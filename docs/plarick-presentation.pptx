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9.png"/><Relationship Id="rId13" Type="http://schemas.openxmlformats.org/officeDocument/2006/relationships/image" Target="../media/image23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9" Type="http://schemas.openxmlformats.org/officeDocument/2006/relationships/image" Target="../media/image2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g"/><Relationship Id="rId4" Type="http://schemas.openxmlformats.org/officeDocument/2006/relationships/image" Target="../media/image35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jpg"/><Relationship Id="rId4" Type="http://schemas.openxmlformats.org/officeDocument/2006/relationships/image" Target="../media/image32.png"/><Relationship Id="rId9" Type="http://schemas.openxmlformats.org/officeDocument/2006/relationships/image" Target="../media/image40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22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jpg"/><Relationship Id="rId4" Type="http://schemas.openxmlformats.org/officeDocument/2006/relationships/image" Target="../media/image47.png"/><Relationship Id="rId9" Type="http://schemas.openxmlformats.org/officeDocument/2006/relationships/image" Target="../media/image37.png"/><Relationship Id="rId5" Type="http://schemas.openxmlformats.org/officeDocument/2006/relationships/image" Target="../media/image54.png"/><Relationship Id="rId6" Type="http://schemas.openxmlformats.org/officeDocument/2006/relationships/image" Target="../media/image50.png"/><Relationship Id="rId7" Type="http://schemas.openxmlformats.org/officeDocument/2006/relationships/image" Target="../media/image45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53.png"/><Relationship Id="rId5" Type="http://schemas.openxmlformats.org/officeDocument/2006/relationships/image" Target="../media/image22.png"/><Relationship Id="rId6" Type="http://schemas.openxmlformats.org/officeDocument/2006/relationships/image" Target="../media/image60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jpg"/><Relationship Id="rId4" Type="http://schemas.openxmlformats.org/officeDocument/2006/relationships/image" Target="../media/image43.png"/><Relationship Id="rId9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49.png"/><Relationship Id="rId7" Type="http://schemas.openxmlformats.org/officeDocument/2006/relationships/image" Target="../media/image44.png"/><Relationship Id="rId8" Type="http://schemas.openxmlformats.org/officeDocument/2006/relationships/image" Target="../media/image4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Relationship Id="rId4" Type="http://schemas.openxmlformats.org/officeDocument/2006/relationships/image" Target="../media/image43.png"/><Relationship Id="rId9" Type="http://schemas.openxmlformats.org/officeDocument/2006/relationships/image" Target="../media/image55.png"/><Relationship Id="rId5" Type="http://schemas.openxmlformats.org/officeDocument/2006/relationships/image" Target="../media/image48.png"/><Relationship Id="rId6" Type="http://schemas.openxmlformats.org/officeDocument/2006/relationships/image" Target="../media/image41.png"/><Relationship Id="rId7" Type="http://schemas.openxmlformats.org/officeDocument/2006/relationships/image" Target="../media/image59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43.png"/><Relationship Id="rId9" Type="http://schemas.openxmlformats.org/officeDocument/2006/relationships/image" Target="../media/image61.png"/><Relationship Id="rId5" Type="http://schemas.openxmlformats.org/officeDocument/2006/relationships/image" Target="../media/image63.png"/><Relationship Id="rId6" Type="http://schemas.openxmlformats.org/officeDocument/2006/relationships/image" Target="../media/image56.png"/><Relationship Id="rId7" Type="http://schemas.openxmlformats.org/officeDocument/2006/relationships/image" Target="../media/image58.png"/><Relationship Id="rId8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14.png"/><Relationship Id="rId9" Type="http://schemas.openxmlformats.org/officeDocument/2006/relationships/image" Target="../media/image5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Relationship Id="rId4" Type="http://schemas.openxmlformats.org/officeDocument/2006/relationships/image" Target="../media/image7.png"/><Relationship Id="rId5" Type="http://schemas.openxmlformats.org/officeDocument/2006/relationships/image" Target="../media/image62.png"/><Relationship Id="rId6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 rot="955569">
            <a:off x="13507549" y="1209377"/>
            <a:ext cx="10066592" cy="12505083"/>
          </a:xfrm>
          <a:custGeom>
            <a:rect b="b" l="l" r="r" t="t"/>
            <a:pathLst>
              <a:path extrusionOk="0" h="12505083" w="10066592">
                <a:moveTo>
                  <a:pt x="0" y="0"/>
                </a:moveTo>
                <a:lnTo>
                  <a:pt x="10066592" y="0"/>
                </a:lnTo>
                <a:lnTo>
                  <a:pt x="10066592" y="12505083"/>
                </a:lnTo>
                <a:lnTo>
                  <a:pt x="0" y="12505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 rot="87257">
            <a:off x="2979949" y="4622346"/>
            <a:ext cx="12333661" cy="2038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74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PLARICK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 rot="273696">
            <a:off x="4394093" y="2365971"/>
            <a:ext cx="9508146" cy="1944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82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THE ULTIMATE CIRCULAR ECONOMY 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 rot="812516">
            <a:off x="14324884" y="91365"/>
            <a:ext cx="6410928" cy="6597835"/>
          </a:xfrm>
          <a:custGeom>
            <a:rect b="b" l="l" r="r" t="t"/>
            <a:pathLst>
              <a:path extrusionOk="0" h="6597835" w="6410928">
                <a:moveTo>
                  <a:pt x="0" y="0"/>
                </a:moveTo>
                <a:lnTo>
                  <a:pt x="6410928" y="0"/>
                </a:lnTo>
                <a:lnTo>
                  <a:pt x="6410928" y="6597836"/>
                </a:lnTo>
                <a:lnTo>
                  <a:pt x="0" y="6597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-2681173" y="-2715108"/>
            <a:ext cx="7169781" cy="7169781"/>
          </a:xfrm>
          <a:custGeom>
            <a:rect b="b" l="l" r="r" t="t"/>
            <a:pathLst>
              <a:path extrusionOk="0" h="7169781" w="7169781">
                <a:moveTo>
                  <a:pt x="0" y="0"/>
                </a:moveTo>
                <a:lnTo>
                  <a:pt x="7169782" y="0"/>
                </a:lnTo>
                <a:lnTo>
                  <a:pt x="7169782" y="7169781"/>
                </a:lnTo>
                <a:lnTo>
                  <a:pt x="0" y="7169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1770979" y="5750861"/>
            <a:ext cx="1943550" cy="1943550"/>
          </a:xfrm>
          <a:custGeom>
            <a:rect b="b" l="l" r="r" t="t"/>
            <a:pathLst>
              <a:path extrusionOk="0" h="1943550" w="1943550">
                <a:moveTo>
                  <a:pt x="0" y="0"/>
                </a:moveTo>
                <a:lnTo>
                  <a:pt x="1943551" y="0"/>
                </a:lnTo>
                <a:lnTo>
                  <a:pt x="1943551" y="1943550"/>
                </a:lnTo>
                <a:lnTo>
                  <a:pt x="0" y="194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472794" y="7315650"/>
            <a:ext cx="3716759" cy="2338179"/>
          </a:xfrm>
          <a:custGeom>
            <a:rect b="b" l="l" r="r" t="t"/>
            <a:pathLst>
              <a:path extrusionOk="0" h="2338179" w="3716759">
                <a:moveTo>
                  <a:pt x="0" y="0"/>
                </a:moveTo>
                <a:lnTo>
                  <a:pt x="3716758" y="0"/>
                </a:lnTo>
                <a:lnTo>
                  <a:pt x="3716758" y="2338180"/>
                </a:lnTo>
                <a:lnTo>
                  <a:pt x="0" y="2338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 txBox="1"/>
          <p:nvPr/>
        </p:nvSpPr>
        <p:spPr>
          <a:xfrm>
            <a:off x="5439198" y="7994760"/>
            <a:ext cx="7409604" cy="619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Aarav Jain , Aarav Jain, Shreshtha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472794" y="6017465"/>
            <a:ext cx="1298186" cy="1298186"/>
          </a:xfrm>
          <a:custGeom>
            <a:rect b="b" l="l" r="r" t="t"/>
            <a:pathLst>
              <a:path extrusionOk="0" h="1298186" w="1298186">
                <a:moveTo>
                  <a:pt x="0" y="0"/>
                </a:moveTo>
                <a:lnTo>
                  <a:pt x="1298185" y="0"/>
                </a:lnTo>
                <a:lnTo>
                  <a:pt x="1298185" y="1298185"/>
                </a:lnTo>
                <a:lnTo>
                  <a:pt x="0" y="1298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121886" y="4719279"/>
            <a:ext cx="1298186" cy="1298186"/>
          </a:xfrm>
          <a:custGeom>
            <a:rect b="b" l="l" r="r" t="t"/>
            <a:pathLst>
              <a:path extrusionOk="0" h="1298186" w="1298186">
                <a:moveTo>
                  <a:pt x="0" y="0"/>
                </a:moveTo>
                <a:lnTo>
                  <a:pt x="1298186" y="0"/>
                </a:lnTo>
                <a:lnTo>
                  <a:pt x="1298186" y="1298186"/>
                </a:lnTo>
                <a:lnTo>
                  <a:pt x="0" y="1298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100" name="Google Shape;100;p14"/>
          <p:cNvSpPr/>
          <p:nvPr/>
        </p:nvSpPr>
        <p:spPr>
          <a:xfrm>
            <a:off x="-1356349" y="-55843"/>
            <a:ext cx="21000697" cy="10342843"/>
          </a:xfrm>
          <a:custGeom>
            <a:rect b="b" l="l" r="r" t="t"/>
            <a:pathLst>
              <a:path extrusionOk="0" h="10342843" w="21000697">
                <a:moveTo>
                  <a:pt x="0" y="0"/>
                </a:moveTo>
                <a:lnTo>
                  <a:pt x="21000698" y="0"/>
                </a:lnTo>
                <a:lnTo>
                  <a:pt x="21000698" y="10342843"/>
                </a:lnTo>
                <a:lnTo>
                  <a:pt x="0" y="103428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 txBox="1"/>
          <p:nvPr/>
        </p:nvSpPr>
        <p:spPr>
          <a:xfrm rot="-721108">
            <a:off x="1080232" y="665891"/>
            <a:ext cx="3736550" cy="1135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30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WHAT IS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 rot="-811281">
            <a:off x="4642548" y="-22044"/>
            <a:ext cx="2378075" cy="1730050"/>
          </a:xfrm>
          <a:custGeom>
            <a:rect b="b" l="l" r="r" t="t"/>
            <a:pathLst>
              <a:path extrusionOk="0" h="1730050" w="2378075">
                <a:moveTo>
                  <a:pt x="0" y="0"/>
                </a:moveTo>
                <a:lnTo>
                  <a:pt x="2378075" y="0"/>
                </a:lnTo>
                <a:lnTo>
                  <a:pt x="2378075" y="1730050"/>
                </a:lnTo>
                <a:lnTo>
                  <a:pt x="0" y="1730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4"/>
          <p:cNvSpPr txBox="1"/>
          <p:nvPr/>
        </p:nvSpPr>
        <p:spPr>
          <a:xfrm rot="-286398">
            <a:off x="757723" y="1988653"/>
            <a:ext cx="7673836" cy="1325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52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THE PROBLEM?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893874" y="7598464"/>
            <a:ext cx="9230469" cy="1659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52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PLASTIC WASTE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E5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-111815"/>
            <a:ext cx="9144000" cy="5949813"/>
          </a:xfrm>
          <a:custGeom>
            <a:rect b="b" l="l" r="r" t="t"/>
            <a:pathLst>
              <a:path extrusionOk="0" h="5949813" w="9144000">
                <a:moveTo>
                  <a:pt x="0" y="0"/>
                </a:moveTo>
                <a:lnTo>
                  <a:pt x="9144000" y="0"/>
                </a:lnTo>
                <a:lnTo>
                  <a:pt x="9144000" y="5949813"/>
                </a:lnTo>
                <a:lnTo>
                  <a:pt x="0" y="5949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96" l="0" r="0" t="-1196"/>
            </a:stretch>
          </a:blipFill>
          <a:ln>
            <a:noFill/>
          </a:ln>
        </p:spPr>
      </p:sp>
      <p:sp>
        <p:nvSpPr>
          <p:cNvPr id="110" name="Google Shape;110;p15"/>
          <p:cNvSpPr/>
          <p:nvPr/>
        </p:nvSpPr>
        <p:spPr>
          <a:xfrm>
            <a:off x="9002850" y="-760205"/>
            <a:ext cx="10209858" cy="6840605"/>
          </a:xfrm>
          <a:custGeom>
            <a:rect b="b" l="l" r="r" t="t"/>
            <a:pathLst>
              <a:path extrusionOk="0" h="6840605" w="10209858">
                <a:moveTo>
                  <a:pt x="0" y="0"/>
                </a:moveTo>
                <a:lnTo>
                  <a:pt x="10209858" y="0"/>
                </a:lnTo>
                <a:lnTo>
                  <a:pt x="10209858" y="6840604"/>
                </a:lnTo>
                <a:lnTo>
                  <a:pt x="0" y="6840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5"/>
          <p:cNvSpPr/>
          <p:nvPr/>
        </p:nvSpPr>
        <p:spPr>
          <a:xfrm>
            <a:off x="-1207007" y="5837998"/>
            <a:ext cx="10209858" cy="6840605"/>
          </a:xfrm>
          <a:custGeom>
            <a:rect b="b" l="l" r="r" t="t"/>
            <a:pathLst>
              <a:path extrusionOk="0" h="6840605" w="10209858">
                <a:moveTo>
                  <a:pt x="0" y="0"/>
                </a:moveTo>
                <a:lnTo>
                  <a:pt x="10209857" y="0"/>
                </a:lnTo>
                <a:lnTo>
                  <a:pt x="10209857" y="6840604"/>
                </a:lnTo>
                <a:lnTo>
                  <a:pt x="0" y="6840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5"/>
          <p:cNvSpPr/>
          <p:nvPr/>
        </p:nvSpPr>
        <p:spPr>
          <a:xfrm>
            <a:off x="8939931" y="5143500"/>
            <a:ext cx="9484694" cy="6756126"/>
          </a:xfrm>
          <a:custGeom>
            <a:rect b="b" l="l" r="r" t="t"/>
            <a:pathLst>
              <a:path extrusionOk="0" h="6756126" w="9484694">
                <a:moveTo>
                  <a:pt x="0" y="0"/>
                </a:moveTo>
                <a:lnTo>
                  <a:pt x="9484694" y="0"/>
                </a:lnTo>
                <a:lnTo>
                  <a:pt x="9484694" y="6756126"/>
                </a:lnTo>
                <a:lnTo>
                  <a:pt x="0" y="67561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010" l="-5066" r="-5066" t="0"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>
            <a:off x="4859599" y="2301478"/>
            <a:ext cx="7028184" cy="5684044"/>
          </a:xfrm>
          <a:custGeom>
            <a:rect b="b" l="l" r="r" t="t"/>
            <a:pathLst>
              <a:path extrusionOk="0" h="5684044" w="7028184">
                <a:moveTo>
                  <a:pt x="0" y="0"/>
                </a:moveTo>
                <a:lnTo>
                  <a:pt x="7028184" y="0"/>
                </a:lnTo>
                <a:lnTo>
                  <a:pt x="7028184" y="5684044"/>
                </a:lnTo>
                <a:lnTo>
                  <a:pt x="0" y="568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 rot="151270">
            <a:off x="4871678" y="5648566"/>
            <a:ext cx="2422082" cy="602493"/>
          </a:xfrm>
          <a:custGeom>
            <a:rect b="b" l="l" r="r" t="t"/>
            <a:pathLst>
              <a:path extrusionOk="0" h="602493" w="2422082">
                <a:moveTo>
                  <a:pt x="0" y="0"/>
                </a:moveTo>
                <a:lnTo>
                  <a:pt x="2422082" y="0"/>
                </a:lnTo>
                <a:lnTo>
                  <a:pt x="2422082" y="602493"/>
                </a:lnTo>
                <a:lnTo>
                  <a:pt x="0" y="6024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5"/>
          <p:cNvSpPr/>
          <p:nvPr/>
        </p:nvSpPr>
        <p:spPr>
          <a:xfrm>
            <a:off x="8451650" y="5953514"/>
            <a:ext cx="1860049" cy="2137987"/>
          </a:xfrm>
          <a:custGeom>
            <a:rect b="b" l="l" r="r" t="t"/>
            <a:pathLst>
              <a:path extrusionOk="0" h="2137987" w="1860049">
                <a:moveTo>
                  <a:pt x="0" y="0"/>
                </a:moveTo>
                <a:lnTo>
                  <a:pt x="1860049" y="0"/>
                </a:lnTo>
                <a:lnTo>
                  <a:pt x="1860049" y="2137987"/>
                </a:lnTo>
                <a:lnTo>
                  <a:pt x="0" y="2137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5"/>
          <p:cNvSpPr/>
          <p:nvPr/>
        </p:nvSpPr>
        <p:spPr>
          <a:xfrm>
            <a:off x="6573645" y="4102423"/>
            <a:ext cx="2429205" cy="604265"/>
          </a:xfrm>
          <a:custGeom>
            <a:rect b="b" l="l" r="r" t="t"/>
            <a:pathLst>
              <a:path extrusionOk="0" h="604265" w="2429205">
                <a:moveTo>
                  <a:pt x="0" y="0"/>
                </a:moveTo>
                <a:lnTo>
                  <a:pt x="2429205" y="0"/>
                </a:lnTo>
                <a:lnTo>
                  <a:pt x="2429205" y="604265"/>
                </a:lnTo>
                <a:lnTo>
                  <a:pt x="0" y="6042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9691352" y="4526593"/>
            <a:ext cx="1860049" cy="2137987"/>
          </a:xfrm>
          <a:custGeom>
            <a:rect b="b" l="l" r="r" t="t"/>
            <a:pathLst>
              <a:path extrusionOk="0" h="2137987" w="1860049">
                <a:moveTo>
                  <a:pt x="0" y="0"/>
                </a:moveTo>
                <a:lnTo>
                  <a:pt x="1860049" y="0"/>
                </a:lnTo>
                <a:lnTo>
                  <a:pt x="1860049" y="2137987"/>
                </a:lnTo>
                <a:lnTo>
                  <a:pt x="0" y="2137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5"/>
          <p:cNvSpPr/>
          <p:nvPr/>
        </p:nvSpPr>
        <p:spPr>
          <a:xfrm>
            <a:off x="8451650" y="2568701"/>
            <a:ext cx="1860049" cy="2137987"/>
          </a:xfrm>
          <a:custGeom>
            <a:rect b="b" l="l" r="r" t="t"/>
            <a:pathLst>
              <a:path extrusionOk="0" h="2137987" w="1860049">
                <a:moveTo>
                  <a:pt x="0" y="0"/>
                </a:moveTo>
                <a:lnTo>
                  <a:pt x="1860049" y="0"/>
                </a:lnTo>
                <a:lnTo>
                  <a:pt x="1860049" y="2137987"/>
                </a:lnTo>
                <a:lnTo>
                  <a:pt x="0" y="2137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5"/>
          <p:cNvSpPr/>
          <p:nvPr/>
        </p:nvSpPr>
        <p:spPr>
          <a:xfrm>
            <a:off x="10105693" y="5550195"/>
            <a:ext cx="1860049" cy="2137987"/>
          </a:xfrm>
          <a:custGeom>
            <a:rect b="b" l="l" r="r" t="t"/>
            <a:pathLst>
              <a:path extrusionOk="0" h="2137987" w="1860049">
                <a:moveTo>
                  <a:pt x="0" y="0"/>
                </a:moveTo>
                <a:lnTo>
                  <a:pt x="1860049" y="0"/>
                </a:lnTo>
                <a:lnTo>
                  <a:pt x="1860049" y="2137987"/>
                </a:lnTo>
                <a:lnTo>
                  <a:pt x="0" y="2137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5"/>
          <p:cNvSpPr/>
          <p:nvPr/>
        </p:nvSpPr>
        <p:spPr>
          <a:xfrm>
            <a:off x="12138457" y="5953514"/>
            <a:ext cx="3812805" cy="2564111"/>
          </a:xfrm>
          <a:custGeom>
            <a:rect b="b" l="l" r="r" t="t"/>
            <a:pathLst>
              <a:path extrusionOk="0" h="2564111" w="3812805">
                <a:moveTo>
                  <a:pt x="0" y="0"/>
                </a:moveTo>
                <a:lnTo>
                  <a:pt x="3812805" y="0"/>
                </a:lnTo>
                <a:lnTo>
                  <a:pt x="3812805" y="2564111"/>
                </a:lnTo>
                <a:lnTo>
                  <a:pt x="0" y="2564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5"/>
          <p:cNvSpPr/>
          <p:nvPr/>
        </p:nvSpPr>
        <p:spPr>
          <a:xfrm>
            <a:off x="2761235" y="3177869"/>
            <a:ext cx="1758252" cy="1114871"/>
          </a:xfrm>
          <a:custGeom>
            <a:rect b="b" l="l" r="r" t="t"/>
            <a:pathLst>
              <a:path extrusionOk="0" h="1114871" w="1758252">
                <a:moveTo>
                  <a:pt x="0" y="0"/>
                </a:moveTo>
                <a:lnTo>
                  <a:pt x="1758252" y="0"/>
                </a:lnTo>
                <a:lnTo>
                  <a:pt x="1758252" y="1114871"/>
                </a:lnTo>
                <a:lnTo>
                  <a:pt x="0" y="1114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5018" r="-5018" t="0"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11965742" y="7869305"/>
            <a:ext cx="1934701" cy="1114871"/>
          </a:xfrm>
          <a:custGeom>
            <a:rect b="b" l="l" r="r" t="t"/>
            <a:pathLst>
              <a:path extrusionOk="0" h="1114871" w="1934701">
                <a:moveTo>
                  <a:pt x="0" y="0"/>
                </a:moveTo>
                <a:lnTo>
                  <a:pt x="1934701" y="0"/>
                </a:lnTo>
                <a:lnTo>
                  <a:pt x="1934701" y="1114871"/>
                </a:lnTo>
                <a:lnTo>
                  <a:pt x="0" y="1114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/>
          <p:nvPr/>
        </p:nvSpPr>
        <p:spPr>
          <a:xfrm>
            <a:off x="14613866" y="7869305"/>
            <a:ext cx="1934701" cy="1114871"/>
          </a:xfrm>
          <a:custGeom>
            <a:rect b="b" l="l" r="r" t="t"/>
            <a:pathLst>
              <a:path extrusionOk="0" h="1114871" w="1934701">
                <a:moveTo>
                  <a:pt x="0" y="0"/>
                </a:moveTo>
                <a:lnTo>
                  <a:pt x="1934701" y="0"/>
                </a:lnTo>
                <a:lnTo>
                  <a:pt x="1934701" y="1114871"/>
                </a:lnTo>
                <a:lnTo>
                  <a:pt x="0" y="1114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5"/>
          <p:cNvSpPr/>
          <p:nvPr/>
        </p:nvSpPr>
        <p:spPr>
          <a:xfrm>
            <a:off x="3442464" y="2782226"/>
            <a:ext cx="1758252" cy="1114871"/>
          </a:xfrm>
          <a:custGeom>
            <a:rect b="b" l="l" r="r" t="t"/>
            <a:pathLst>
              <a:path extrusionOk="0" h="1114871" w="1758252">
                <a:moveTo>
                  <a:pt x="0" y="0"/>
                </a:moveTo>
                <a:lnTo>
                  <a:pt x="1758252" y="0"/>
                </a:lnTo>
                <a:lnTo>
                  <a:pt x="1758252" y="1114871"/>
                </a:lnTo>
                <a:lnTo>
                  <a:pt x="0" y="1114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5018" r="-5018" t="0"/>
            </a:stretch>
          </a:blipFill>
          <a:ln>
            <a:noFill/>
          </a:ln>
        </p:spPr>
      </p:sp>
      <p:sp>
        <p:nvSpPr>
          <p:cNvPr id="125" name="Google Shape;125;p15"/>
          <p:cNvSpPr/>
          <p:nvPr/>
        </p:nvSpPr>
        <p:spPr>
          <a:xfrm rot="60093">
            <a:off x="1632930" y="775550"/>
            <a:ext cx="3619068" cy="2564111"/>
          </a:xfrm>
          <a:custGeom>
            <a:rect b="b" l="l" r="r" t="t"/>
            <a:pathLst>
              <a:path extrusionOk="0" h="2564111" w="3619068">
                <a:moveTo>
                  <a:pt x="0" y="0"/>
                </a:moveTo>
                <a:lnTo>
                  <a:pt x="3619068" y="0"/>
                </a:lnTo>
                <a:lnTo>
                  <a:pt x="3619068" y="2564111"/>
                </a:lnTo>
                <a:lnTo>
                  <a:pt x="0" y="2564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4804" r="-549" t="0"/>
            </a:stretch>
          </a:blipFill>
          <a:ln>
            <a:noFill/>
          </a:ln>
        </p:spPr>
      </p:sp>
      <p:sp>
        <p:nvSpPr>
          <p:cNvPr id="126" name="Google Shape;126;p15"/>
          <p:cNvSpPr/>
          <p:nvPr/>
        </p:nvSpPr>
        <p:spPr>
          <a:xfrm>
            <a:off x="1818760" y="2264545"/>
            <a:ext cx="1623704" cy="1632552"/>
          </a:xfrm>
          <a:custGeom>
            <a:rect b="b" l="l" r="r" t="t"/>
            <a:pathLst>
              <a:path extrusionOk="0" h="1632552" w="1623704">
                <a:moveTo>
                  <a:pt x="0" y="0"/>
                </a:moveTo>
                <a:lnTo>
                  <a:pt x="1623704" y="0"/>
                </a:lnTo>
                <a:lnTo>
                  <a:pt x="1623704" y="1632552"/>
                </a:lnTo>
                <a:lnTo>
                  <a:pt x="0" y="1632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5018" r="-5018" t="0"/>
            </a:stretch>
          </a:blip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>
            <a:off x="13320281" y="8183184"/>
            <a:ext cx="1786650" cy="1632552"/>
          </a:xfrm>
          <a:custGeom>
            <a:rect b="b" l="l" r="r" t="t"/>
            <a:pathLst>
              <a:path extrusionOk="0" h="1632552" w="1786650">
                <a:moveTo>
                  <a:pt x="0" y="0"/>
                </a:moveTo>
                <a:lnTo>
                  <a:pt x="1786651" y="0"/>
                </a:lnTo>
                <a:lnTo>
                  <a:pt x="1786651" y="1632552"/>
                </a:lnTo>
                <a:lnTo>
                  <a:pt x="0" y="1632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>
            <a:off x="1610797" y="2987551"/>
            <a:ext cx="1758252" cy="1114871"/>
          </a:xfrm>
          <a:custGeom>
            <a:rect b="b" l="l" r="r" t="t"/>
            <a:pathLst>
              <a:path extrusionOk="0" h="1114871" w="1758252">
                <a:moveTo>
                  <a:pt x="0" y="0"/>
                </a:moveTo>
                <a:lnTo>
                  <a:pt x="1758252" y="0"/>
                </a:lnTo>
                <a:lnTo>
                  <a:pt x="1758252" y="1114872"/>
                </a:lnTo>
                <a:lnTo>
                  <a:pt x="0" y="1114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5018" r="-5018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012669" y="3637694"/>
            <a:ext cx="2429795" cy="1105557"/>
          </a:xfrm>
          <a:custGeom>
            <a:rect b="b" l="l" r="r" t="t"/>
            <a:pathLst>
              <a:path extrusionOk="0" h="1105557" w="2429795">
                <a:moveTo>
                  <a:pt x="0" y="0"/>
                </a:moveTo>
                <a:lnTo>
                  <a:pt x="2429795" y="0"/>
                </a:lnTo>
                <a:lnTo>
                  <a:pt x="2429795" y="1105557"/>
                </a:lnTo>
                <a:lnTo>
                  <a:pt x="0" y="11055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5"/>
          <p:cNvSpPr/>
          <p:nvPr/>
        </p:nvSpPr>
        <p:spPr>
          <a:xfrm>
            <a:off x="11252483" y="8317639"/>
            <a:ext cx="2429795" cy="1105557"/>
          </a:xfrm>
          <a:custGeom>
            <a:rect b="b" l="l" r="r" t="t"/>
            <a:pathLst>
              <a:path extrusionOk="0" h="1105557" w="2429795">
                <a:moveTo>
                  <a:pt x="0" y="0"/>
                </a:moveTo>
                <a:lnTo>
                  <a:pt x="2429795" y="0"/>
                </a:lnTo>
                <a:lnTo>
                  <a:pt x="2429795" y="1105557"/>
                </a:lnTo>
                <a:lnTo>
                  <a:pt x="0" y="11055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5"/>
          <p:cNvSpPr/>
          <p:nvPr/>
        </p:nvSpPr>
        <p:spPr>
          <a:xfrm>
            <a:off x="3304590" y="2791541"/>
            <a:ext cx="2429795" cy="1105557"/>
          </a:xfrm>
          <a:custGeom>
            <a:rect b="b" l="l" r="r" t="t"/>
            <a:pathLst>
              <a:path extrusionOk="0" h="1105557" w="2429795">
                <a:moveTo>
                  <a:pt x="0" y="0"/>
                </a:moveTo>
                <a:lnTo>
                  <a:pt x="2429794" y="0"/>
                </a:lnTo>
                <a:lnTo>
                  <a:pt x="2429794" y="1105556"/>
                </a:lnTo>
                <a:lnTo>
                  <a:pt x="0" y="1105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>
            <a:off x="487215" y="6012943"/>
            <a:ext cx="6086430" cy="3712723"/>
          </a:xfrm>
          <a:custGeom>
            <a:rect b="b" l="l" r="r" t="t"/>
            <a:pathLst>
              <a:path extrusionOk="0" h="3712723" w="6086430">
                <a:moveTo>
                  <a:pt x="0" y="0"/>
                </a:moveTo>
                <a:lnTo>
                  <a:pt x="6086430" y="0"/>
                </a:lnTo>
                <a:lnTo>
                  <a:pt x="6086430" y="3712723"/>
                </a:lnTo>
                <a:lnTo>
                  <a:pt x="0" y="3712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5"/>
          <p:cNvSpPr/>
          <p:nvPr/>
        </p:nvSpPr>
        <p:spPr>
          <a:xfrm>
            <a:off x="13009293" y="389659"/>
            <a:ext cx="4355136" cy="4317029"/>
          </a:xfrm>
          <a:custGeom>
            <a:rect b="b" l="l" r="r" t="t"/>
            <a:pathLst>
              <a:path extrusionOk="0" h="4317029" w="4355136">
                <a:moveTo>
                  <a:pt x="0" y="0"/>
                </a:moveTo>
                <a:lnTo>
                  <a:pt x="4355136" y="0"/>
                </a:lnTo>
                <a:lnTo>
                  <a:pt x="4355136" y="4317029"/>
                </a:lnTo>
                <a:lnTo>
                  <a:pt x="0" y="4317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5"/>
          <p:cNvSpPr txBox="1"/>
          <p:nvPr/>
        </p:nvSpPr>
        <p:spPr>
          <a:xfrm rot="-60660">
            <a:off x="5678088" y="485177"/>
            <a:ext cx="7244542" cy="124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18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THE PROBLEM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140" name="Google Shape;140;p16"/>
          <p:cNvSpPr/>
          <p:nvPr/>
        </p:nvSpPr>
        <p:spPr>
          <a:xfrm flipH="1" rot="10800000">
            <a:off x="0" y="-468509"/>
            <a:ext cx="18602171" cy="6350222"/>
          </a:xfrm>
          <a:custGeom>
            <a:rect b="b" l="l" r="r" t="t"/>
            <a:pathLst>
              <a:path extrusionOk="0" h="6350222" w="18602171">
                <a:moveTo>
                  <a:pt x="0" y="6350223"/>
                </a:moveTo>
                <a:lnTo>
                  <a:pt x="18602171" y="6350223"/>
                </a:lnTo>
                <a:lnTo>
                  <a:pt x="18602171" y="0"/>
                </a:lnTo>
                <a:lnTo>
                  <a:pt x="0" y="0"/>
                </a:lnTo>
                <a:lnTo>
                  <a:pt x="0" y="635022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305" l="0" r="0" t="-7305"/>
            </a:stretch>
          </a:blipFill>
          <a:ln>
            <a:noFill/>
          </a:ln>
        </p:spPr>
      </p:sp>
      <p:sp>
        <p:nvSpPr>
          <p:cNvPr id="141" name="Google Shape;141;p16"/>
          <p:cNvSpPr/>
          <p:nvPr/>
        </p:nvSpPr>
        <p:spPr>
          <a:xfrm>
            <a:off x="-157086" y="4254920"/>
            <a:ext cx="18602171" cy="6350222"/>
          </a:xfrm>
          <a:custGeom>
            <a:rect b="b" l="l" r="r" t="t"/>
            <a:pathLst>
              <a:path extrusionOk="0" h="6350222" w="18602171">
                <a:moveTo>
                  <a:pt x="0" y="0"/>
                </a:moveTo>
                <a:lnTo>
                  <a:pt x="18602172" y="0"/>
                </a:lnTo>
                <a:lnTo>
                  <a:pt x="18602172" y="6350223"/>
                </a:lnTo>
                <a:lnTo>
                  <a:pt x="0" y="6350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305" l="0" r="0" t="-7305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>
            <a:off x="4469868" y="465922"/>
            <a:ext cx="9366865" cy="9355156"/>
          </a:xfrm>
          <a:custGeom>
            <a:rect b="b" l="l" r="r" t="t"/>
            <a:pathLst>
              <a:path extrusionOk="0" h="9355156" w="9366865">
                <a:moveTo>
                  <a:pt x="0" y="0"/>
                </a:moveTo>
                <a:lnTo>
                  <a:pt x="9366865" y="0"/>
                </a:lnTo>
                <a:lnTo>
                  <a:pt x="9366865" y="9355156"/>
                </a:lnTo>
                <a:lnTo>
                  <a:pt x="0" y="9355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/>
          <p:nvPr/>
        </p:nvSpPr>
        <p:spPr>
          <a:xfrm>
            <a:off x="6533807" y="2524007"/>
            <a:ext cx="5238986" cy="5238986"/>
          </a:xfrm>
          <a:custGeom>
            <a:rect b="b" l="l" r="r" t="t"/>
            <a:pathLst>
              <a:path extrusionOk="0" h="5238986" w="5238986">
                <a:moveTo>
                  <a:pt x="0" y="0"/>
                </a:moveTo>
                <a:lnTo>
                  <a:pt x="5238987" y="0"/>
                </a:lnTo>
                <a:lnTo>
                  <a:pt x="5238987" y="5238986"/>
                </a:lnTo>
                <a:lnTo>
                  <a:pt x="0" y="5238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6"/>
          <p:cNvSpPr/>
          <p:nvPr/>
        </p:nvSpPr>
        <p:spPr>
          <a:xfrm>
            <a:off x="672298" y="3883040"/>
            <a:ext cx="2520919" cy="2520919"/>
          </a:xfrm>
          <a:custGeom>
            <a:rect b="b" l="l" r="r" t="t"/>
            <a:pathLst>
              <a:path extrusionOk="0" h="2520919" w="2520919">
                <a:moveTo>
                  <a:pt x="0" y="0"/>
                </a:moveTo>
                <a:lnTo>
                  <a:pt x="2520919" y="0"/>
                </a:lnTo>
                <a:lnTo>
                  <a:pt x="2520919" y="2520920"/>
                </a:lnTo>
                <a:lnTo>
                  <a:pt x="0" y="2520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>
            <a:off x="15094497" y="3883040"/>
            <a:ext cx="2520919" cy="2520919"/>
          </a:xfrm>
          <a:custGeom>
            <a:rect b="b" l="l" r="r" t="t"/>
            <a:pathLst>
              <a:path extrusionOk="0" h="2520919" w="2520919">
                <a:moveTo>
                  <a:pt x="0" y="0"/>
                </a:moveTo>
                <a:lnTo>
                  <a:pt x="2520919" y="0"/>
                </a:lnTo>
                <a:lnTo>
                  <a:pt x="2520919" y="2520920"/>
                </a:lnTo>
                <a:lnTo>
                  <a:pt x="0" y="2520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555" l="0" r="0" t="-9555"/>
            </a:stretch>
          </a:blipFill>
          <a:ln>
            <a:noFill/>
          </a:ln>
        </p:spPr>
      </p:sp>
      <p:grpSp>
        <p:nvGrpSpPr>
          <p:cNvPr id="151" name="Google Shape;151;p17"/>
          <p:cNvGrpSpPr/>
          <p:nvPr/>
        </p:nvGrpSpPr>
        <p:grpSpPr>
          <a:xfrm>
            <a:off x="122484" y="4967509"/>
            <a:ext cx="18288000" cy="5319491"/>
            <a:chOff x="0" y="0"/>
            <a:chExt cx="24384000" cy="7092654"/>
          </a:xfrm>
        </p:grpSpPr>
        <p:pic>
          <p:nvPicPr>
            <p:cNvPr id="152" name="Google Shape;152;p17"/>
            <p:cNvPicPr preferRelativeResize="0"/>
            <p:nvPr/>
          </p:nvPicPr>
          <p:blipFill rotWithShape="1">
            <a:blip r:embed="rId4">
              <a:alphaModFix/>
            </a:blip>
            <a:srcRect b="0" l="11800" r="11800" t="0"/>
            <a:stretch/>
          </p:blipFill>
          <p:spPr>
            <a:xfrm>
              <a:off x="0" y="0"/>
              <a:ext cx="8128000" cy="7092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7"/>
            <p:cNvPicPr preferRelativeResize="0"/>
            <p:nvPr/>
          </p:nvPicPr>
          <p:blipFill rotWithShape="1">
            <a:blip r:embed="rId5">
              <a:alphaModFix/>
            </a:blip>
            <a:srcRect b="9902" l="0" r="0" t="9902"/>
            <a:stretch/>
          </p:blipFill>
          <p:spPr>
            <a:xfrm>
              <a:off x="8128000" y="0"/>
              <a:ext cx="8128000" cy="7092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7"/>
            <p:cNvPicPr preferRelativeResize="0"/>
            <p:nvPr/>
          </p:nvPicPr>
          <p:blipFill rotWithShape="1">
            <a:blip r:embed="rId6">
              <a:alphaModFix/>
            </a:blip>
            <a:srcRect b="7246" l="14307" r="15762" t="989"/>
            <a:stretch/>
          </p:blipFill>
          <p:spPr>
            <a:xfrm>
              <a:off x="16256000" y="0"/>
              <a:ext cx="8128000" cy="70926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17"/>
          <p:cNvSpPr/>
          <p:nvPr/>
        </p:nvSpPr>
        <p:spPr>
          <a:xfrm flipH="1" rot="109101">
            <a:off x="7200127" y="1097486"/>
            <a:ext cx="11523863" cy="2723822"/>
          </a:xfrm>
          <a:custGeom>
            <a:rect b="b" l="l" r="r" t="t"/>
            <a:pathLst>
              <a:path extrusionOk="0" h="2723822" w="11523863">
                <a:moveTo>
                  <a:pt x="11523863" y="0"/>
                </a:moveTo>
                <a:lnTo>
                  <a:pt x="0" y="0"/>
                </a:lnTo>
                <a:lnTo>
                  <a:pt x="0" y="2723822"/>
                </a:lnTo>
                <a:lnTo>
                  <a:pt x="11523863" y="2723822"/>
                </a:lnTo>
                <a:lnTo>
                  <a:pt x="11523863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" name="Google Shape;156;p17"/>
          <p:cNvGrpSpPr/>
          <p:nvPr/>
        </p:nvGrpSpPr>
        <p:grpSpPr>
          <a:xfrm rot="10800000">
            <a:off x="-4437997" y="4594004"/>
            <a:ext cx="27163992" cy="747010"/>
            <a:chOff x="0" y="0"/>
            <a:chExt cx="36218656" cy="996013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0" y="0"/>
                  </a:moveTo>
                  <a:lnTo>
                    <a:pt x="18109328" y="0"/>
                  </a:lnTo>
                  <a:lnTo>
                    <a:pt x="18109328" y="996013"/>
                  </a:lnTo>
                  <a:lnTo>
                    <a:pt x="0" y="9960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8" name="Google Shape;158;p17"/>
            <p:cNvSpPr/>
            <p:nvPr/>
          </p:nvSpPr>
          <p:spPr>
            <a:xfrm flipH="1">
              <a:off x="18109328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18109327" y="0"/>
                  </a:moveTo>
                  <a:lnTo>
                    <a:pt x="0" y="0"/>
                  </a:lnTo>
                  <a:lnTo>
                    <a:pt x="0" y="996013"/>
                  </a:lnTo>
                  <a:lnTo>
                    <a:pt x="18109327" y="996013"/>
                  </a:lnTo>
                  <a:lnTo>
                    <a:pt x="18109327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9" name="Google Shape;159;p17"/>
          <p:cNvSpPr/>
          <p:nvPr/>
        </p:nvSpPr>
        <p:spPr>
          <a:xfrm rot="-5400000">
            <a:off x="-821130" y="11385002"/>
            <a:ext cx="13581996" cy="747010"/>
          </a:xfrm>
          <a:custGeom>
            <a:rect b="b" l="l" r="r" t="t"/>
            <a:pathLst>
              <a:path extrusionOk="0" h="747010" w="13581996">
                <a:moveTo>
                  <a:pt x="0" y="0"/>
                </a:moveTo>
                <a:lnTo>
                  <a:pt x="13581995" y="0"/>
                </a:lnTo>
                <a:lnTo>
                  <a:pt x="13581995" y="747010"/>
                </a:lnTo>
                <a:lnTo>
                  <a:pt x="0" y="74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7"/>
          <p:cNvSpPr/>
          <p:nvPr/>
        </p:nvSpPr>
        <p:spPr>
          <a:xfrm flipH="1" rot="-5400000">
            <a:off x="5409564" y="11385002"/>
            <a:ext cx="13581996" cy="747010"/>
          </a:xfrm>
          <a:custGeom>
            <a:rect b="b" l="l" r="r" t="t"/>
            <a:pathLst>
              <a:path extrusionOk="0" h="747010" w="13581996">
                <a:moveTo>
                  <a:pt x="13581996" y="0"/>
                </a:moveTo>
                <a:lnTo>
                  <a:pt x="0" y="0"/>
                </a:lnTo>
                <a:lnTo>
                  <a:pt x="0" y="747010"/>
                </a:lnTo>
                <a:lnTo>
                  <a:pt x="13581996" y="747010"/>
                </a:lnTo>
                <a:lnTo>
                  <a:pt x="13581996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7"/>
          <p:cNvSpPr/>
          <p:nvPr/>
        </p:nvSpPr>
        <p:spPr>
          <a:xfrm>
            <a:off x="609622" y="6207789"/>
            <a:ext cx="2429795" cy="1105557"/>
          </a:xfrm>
          <a:custGeom>
            <a:rect b="b" l="l" r="r" t="t"/>
            <a:pathLst>
              <a:path extrusionOk="0" h="1105557" w="2429795">
                <a:moveTo>
                  <a:pt x="0" y="0"/>
                </a:moveTo>
                <a:lnTo>
                  <a:pt x="2429795" y="0"/>
                </a:lnTo>
                <a:lnTo>
                  <a:pt x="2429795" y="1105557"/>
                </a:lnTo>
                <a:lnTo>
                  <a:pt x="0" y="11055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7"/>
          <p:cNvSpPr/>
          <p:nvPr/>
        </p:nvSpPr>
        <p:spPr>
          <a:xfrm>
            <a:off x="14190659" y="7313346"/>
            <a:ext cx="509898" cy="232003"/>
          </a:xfrm>
          <a:custGeom>
            <a:rect b="b" l="l" r="r" t="t"/>
            <a:pathLst>
              <a:path extrusionOk="0" h="232003" w="509898">
                <a:moveTo>
                  <a:pt x="0" y="0"/>
                </a:moveTo>
                <a:lnTo>
                  <a:pt x="509898" y="0"/>
                </a:lnTo>
                <a:lnTo>
                  <a:pt x="509898" y="232003"/>
                </a:lnTo>
                <a:lnTo>
                  <a:pt x="0" y="232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17"/>
          <p:cNvGrpSpPr/>
          <p:nvPr/>
        </p:nvGrpSpPr>
        <p:grpSpPr>
          <a:xfrm rot="10720723">
            <a:off x="14849575" y="7110319"/>
            <a:ext cx="896919" cy="1033871"/>
            <a:chOff x="0" y="0"/>
            <a:chExt cx="812800" cy="936908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812800" cy="936908"/>
            </a:xfrm>
            <a:custGeom>
              <a:rect b="b" l="l" r="r" t="t"/>
              <a:pathLst>
                <a:path extrusionOk="0" h="936908" w="812800">
                  <a:moveTo>
                    <a:pt x="406400" y="936908"/>
                  </a:moveTo>
                  <a:lnTo>
                    <a:pt x="0" y="530508"/>
                  </a:lnTo>
                  <a:lnTo>
                    <a:pt x="203200" y="530508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530508"/>
                  </a:lnTo>
                  <a:lnTo>
                    <a:pt x="812800" y="530508"/>
                  </a:lnTo>
                  <a:lnTo>
                    <a:pt x="406400" y="936908"/>
                  </a:lnTo>
                  <a:close/>
                </a:path>
              </a:pathLst>
            </a:custGeom>
            <a:solidFill>
              <a:srgbClr val="FF0000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5" name="Google Shape;165;p17"/>
            <p:cNvSpPr txBox="1"/>
            <p:nvPr/>
          </p:nvSpPr>
          <p:spPr>
            <a:xfrm>
              <a:off x="203200" y="38100"/>
              <a:ext cx="406400" cy="797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7"/>
          <p:cNvSpPr txBox="1"/>
          <p:nvPr/>
        </p:nvSpPr>
        <p:spPr>
          <a:xfrm rot="-286398">
            <a:off x="638654" y="2085859"/>
            <a:ext cx="7650342" cy="1321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28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OF PLASTIC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 rot="-389733">
            <a:off x="831721" y="643973"/>
            <a:ext cx="6284185" cy="1132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9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COLLECTION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 rot="79034">
            <a:off x="9763184" y="1408897"/>
            <a:ext cx="7422547" cy="2034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6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PRIMARY COLLECTION:</a:t>
            </a:r>
            <a:r>
              <a:rPr b="0" i="0" lang="en-US" sz="2726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 Industrial Sites</a:t>
            </a:r>
            <a:endParaRPr/>
          </a:p>
          <a:p>
            <a:pPr indent="0" lvl="0" marL="0" marR="0" rtl="0" algn="l">
              <a:lnSpc>
                <a:spcPct val="15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26" u="none" cap="none" strike="noStrike">
              <a:solidFill>
                <a:srgbClr val="256B4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6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SECONDARY COLLECTION</a:t>
            </a:r>
            <a:r>
              <a:rPr b="0" i="0" lang="en-US" sz="2726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: Companies segregating plastic wastage from landfills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 rot="-389733">
            <a:off x="1037143" y="8523196"/>
            <a:ext cx="3419182" cy="438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9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INDUSTRIAL WASTE 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84455" y="8426990"/>
            <a:ext cx="2801518" cy="7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8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CSR &amp; GOVERNMENT SCHEMES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 rot="225471">
            <a:off x="13499369" y="8442084"/>
            <a:ext cx="3419182" cy="895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9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LOCATED NEAR INDUSTRIAL AREAS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6210170" y="3139279"/>
            <a:ext cx="1899286" cy="864175"/>
          </a:xfrm>
          <a:custGeom>
            <a:rect b="b" l="l" r="r" t="t"/>
            <a:pathLst>
              <a:path extrusionOk="0" h="864175" w="1899286">
                <a:moveTo>
                  <a:pt x="0" y="0"/>
                </a:moveTo>
                <a:lnTo>
                  <a:pt x="1899286" y="0"/>
                </a:lnTo>
                <a:lnTo>
                  <a:pt x="1899286" y="864175"/>
                </a:lnTo>
                <a:lnTo>
                  <a:pt x="0" y="864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178" name="Google Shape;178;p18"/>
          <p:cNvSpPr/>
          <p:nvPr/>
        </p:nvSpPr>
        <p:spPr>
          <a:xfrm>
            <a:off x="4923191" y="3752520"/>
            <a:ext cx="3120856" cy="3120856"/>
          </a:xfrm>
          <a:custGeom>
            <a:rect b="b" l="l" r="r" t="t"/>
            <a:pathLst>
              <a:path extrusionOk="0" h="3120856" w="3120856">
                <a:moveTo>
                  <a:pt x="0" y="0"/>
                </a:moveTo>
                <a:lnTo>
                  <a:pt x="3120857" y="0"/>
                </a:lnTo>
                <a:lnTo>
                  <a:pt x="3120857" y="3120856"/>
                </a:lnTo>
                <a:lnTo>
                  <a:pt x="0" y="3120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rnd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8"/>
          <p:cNvSpPr/>
          <p:nvPr/>
        </p:nvSpPr>
        <p:spPr>
          <a:xfrm>
            <a:off x="12652707" y="7847748"/>
            <a:ext cx="4906542" cy="2439252"/>
          </a:xfrm>
          <a:custGeom>
            <a:rect b="b" l="l" r="r" t="t"/>
            <a:pathLst>
              <a:path extrusionOk="0" h="2439252" w="4906542">
                <a:moveTo>
                  <a:pt x="0" y="0"/>
                </a:moveTo>
                <a:lnTo>
                  <a:pt x="4906542" y="0"/>
                </a:lnTo>
                <a:lnTo>
                  <a:pt x="4906542" y="2439252"/>
                </a:lnTo>
                <a:lnTo>
                  <a:pt x="0" y="2439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rnd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8"/>
          <p:cNvSpPr/>
          <p:nvPr/>
        </p:nvSpPr>
        <p:spPr>
          <a:xfrm>
            <a:off x="8323391" y="4338865"/>
            <a:ext cx="1527231" cy="641437"/>
          </a:xfrm>
          <a:custGeom>
            <a:rect b="b" l="l" r="r" t="t"/>
            <a:pathLst>
              <a:path extrusionOk="0" h="641437" w="1527231">
                <a:moveTo>
                  <a:pt x="0" y="0"/>
                </a:moveTo>
                <a:lnTo>
                  <a:pt x="1527231" y="0"/>
                </a:lnTo>
                <a:lnTo>
                  <a:pt x="1527231" y="641438"/>
                </a:lnTo>
                <a:lnTo>
                  <a:pt x="0" y="641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8"/>
          <p:cNvSpPr/>
          <p:nvPr/>
        </p:nvSpPr>
        <p:spPr>
          <a:xfrm rot="5400000">
            <a:off x="15050225" y="6420874"/>
            <a:ext cx="504554" cy="211913"/>
          </a:xfrm>
          <a:custGeom>
            <a:rect b="b" l="l" r="r" t="t"/>
            <a:pathLst>
              <a:path extrusionOk="0" h="211913" w="504554">
                <a:moveTo>
                  <a:pt x="0" y="0"/>
                </a:moveTo>
                <a:lnTo>
                  <a:pt x="504554" y="0"/>
                </a:lnTo>
                <a:lnTo>
                  <a:pt x="504554" y="211913"/>
                </a:lnTo>
                <a:lnTo>
                  <a:pt x="0" y="211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8"/>
          <p:cNvSpPr/>
          <p:nvPr/>
        </p:nvSpPr>
        <p:spPr>
          <a:xfrm flipH="1">
            <a:off x="9850622" y="8441669"/>
            <a:ext cx="2361707" cy="991917"/>
          </a:xfrm>
          <a:custGeom>
            <a:rect b="b" l="l" r="r" t="t"/>
            <a:pathLst>
              <a:path extrusionOk="0" h="991917" w="2361707">
                <a:moveTo>
                  <a:pt x="2361707" y="0"/>
                </a:moveTo>
                <a:lnTo>
                  <a:pt x="0" y="0"/>
                </a:lnTo>
                <a:lnTo>
                  <a:pt x="0" y="991916"/>
                </a:lnTo>
                <a:lnTo>
                  <a:pt x="2361707" y="991916"/>
                </a:lnTo>
                <a:lnTo>
                  <a:pt x="236170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8"/>
          <p:cNvSpPr/>
          <p:nvPr/>
        </p:nvSpPr>
        <p:spPr>
          <a:xfrm flipH="1">
            <a:off x="4651755" y="8539209"/>
            <a:ext cx="2361707" cy="991917"/>
          </a:xfrm>
          <a:custGeom>
            <a:rect b="b" l="l" r="r" t="t"/>
            <a:pathLst>
              <a:path extrusionOk="0" h="991917" w="2361707">
                <a:moveTo>
                  <a:pt x="2361707" y="0"/>
                </a:moveTo>
                <a:lnTo>
                  <a:pt x="0" y="0"/>
                </a:lnTo>
                <a:lnTo>
                  <a:pt x="0" y="991917"/>
                </a:lnTo>
                <a:lnTo>
                  <a:pt x="2361707" y="991917"/>
                </a:lnTo>
                <a:lnTo>
                  <a:pt x="236170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8"/>
          <p:cNvSpPr/>
          <p:nvPr/>
        </p:nvSpPr>
        <p:spPr>
          <a:xfrm>
            <a:off x="6085573" y="5955601"/>
            <a:ext cx="700995" cy="318953"/>
          </a:xfrm>
          <a:custGeom>
            <a:rect b="b" l="l" r="r" t="t"/>
            <a:pathLst>
              <a:path extrusionOk="0" h="318953" w="700995">
                <a:moveTo>
                  <a:pt x="0" y="0"/>
                </a:moveTo>
                <a:lnTo>
                  <a:pt x="700995" y="0"/>
                </a:lnTo>
                <a:lnTo>
                  <a:pt x="700995" y="318952"/>
                </a:lnTo>
                <a:lnTo>
                  <a:pt x="0" y="318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8"/>
          <p:cNvSpPr/>
          <p:nvPr/>
        </p:nvSpPr>
        <p:spPr>
          <a:xfrm>
            <a:off x="599855" y="4069908"/>
            <a:ext cx="3046609" cy="2709200"/>
          </a:xfrm>
          <a:custGeom>
            <a:rect b="b" l="l" r="r" t="t"/>
            <a:pathLst>
              <a:path extrusionOk="0" h="2709200" w="3046609">
                <a:moveTo>
                  <a:pt x="0" y="0"/>
                </a:moveTo>
                <a:lnTo>
                  <a:pt x="3046609" y="0"/>
                </a:lnTo>
                <a:lnTo>
                  <a:pt x="3046609" y="2709199"/>
                </a:lnTo>
                <a:lnTo>
                  <a:pt x="0" y="2709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 cap="rnd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8"/>
          <p:cNvSpPr/>
          <p:nvPr/>
        </p:nvSpPr>
        <p:spPr>
          <a:xfrm>
            <a:off x="12546536" y="4736371"/>
            <a:ext cx="1527231" cy="641437"/>
          </a:xfrm>
          <a:custGeom>
            <a:rect b="b" l="l" r="r" t="t"/>
            <a:pathLst>
              <a:path extrusionOk="0" h="641437" w="1527231">
                <a:moveTo>
                  <a:pt x="0" y="0"/>
                </a:moveTo>
                <a:lnTo>
                  <a:pt x="1527231" y="0"/>
                </a:lnTo>
                <a:lnTo>
                  <a:pt x="1527231" y="641437"/>
                </a:lnTo>
                <a:lnTo>
                  <a:pt x="0" y="641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8"/>
          <p:cNvSpPr/>
          <p:nvPr/>
        </p:nvSpPr>
        <p:spPr>
          <a:xfrm>
            <a:off x="14234514" y="3763255"/>
            <a:ext cx="3024786" cy="2351822"/>
          </a:xfrm>
          <a:custGeom>
            <a:rect b="b" l="l" r="r" t="t"/>
            <a:pathLst>
              <a:path extrusionOk="0" h="2351822" w="3024786">
                <a:moveTo>
                  <a:pt x="0" y="0"/>
                </a:moveTo>
                <a:lnTo>
                  <a:pt x="3024786" y="0"/>
                </a:lnTo>
                <a:lnTo>
                  <a:pt x="3024786" y="2351822"/>
                </a:lnTo>
                <a:lnTo>
                  <a:pt x="0" y="2351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6611" l="0" r="0" t="-12004"/>
            </a:stretch>
          </a:blipFill>
          <a:ln cap="rnd" cmpd="sng" w="9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"/>
          <p:cNvSpPr txBox="1"/>
          <p:nvPr/>
        </p:nvSpPr>
        <p:spPr>
          <a:xfrm rot="-30646">
            <a:off x="2928474" y="647823"/>
            <a:ext cx="11716396" cy="1159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86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SHREDDED PLASTIC → BRICK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4923191" y="2848150"/>
            <a:ext cx="3025758" cy="460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2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Shredding Plastic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3669871" y="2507876"/>
            <a:ext cx="3718866" cy="447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1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Compounder (Melting)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715406" y="3751281"/>
            <a:ext cx="2496923" cy="2683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HDPE</a:t>
            </a:r>
            <a:endParaRPr/>
          </a:p>
          <a:p>
            <a:pPr indent="0" lvl="0" marL="0" marR="0" rtl="0" algn="ctr">
              <a:lnSpc>
                <a:spcPct val="10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PET</a:t>
            </a:r>
            <a:endParaRPr/>
          </a:p>
          <a:p>
            <a:pPr indent="0" lvl="0" marL="0" marR="0" rtl="0" algn="ctr">
              <a:lnSpc>
                <a:spcPct val="10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PP</a:t>
            </a:r>
            <a:endParaRPr/>
          </a:p>
          <a:p>
            <a:pPr indent="0" lvl="0" marL="0" marR="0" rtl="0" algn="ctr">
              <a:lnSpc>
                <a:spcPct val="10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CALCIUM</a:t>
            </a:r>
            <a:endParaRPr/>
          </a:p>
          <a:p>
            <a:pPr indent="0" lvl="0" marL="0" marR="0" rtl="0" algn="ctr">
              <a:lnSpc>
                <a:spcPct val="10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SAND</a:t>
            </a:r>
            <a:endParaRPr/>
          </a:p>
          <a:p>
            <a:pPr indent="0" lvl="0" marL="0" marR="0" rtl="0" algn="ctr">
              <a:lnSpc>
                <a:spcPct val="10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LIMESTONE</a:t>
            </a:r>
            <a:endParaRPr/>
          </a:p>
          <a:p>
            <a:pPr indent="0" lvl="0" marL="0" marR="0" rtl="0" algn="ctr">
              <a:lnSpc>
                <a:spcPct val="10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PHOSPOROUS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749042" y="2848150"/>
            <a:ext cx="3903665" cy="487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10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Mix With Other RM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2963415" y="6943171"/>
            <a:ext cx="4295885" cy="51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34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Compression Moulding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013462" y="8651737"/>
            <a:ext cx="2627780" cy="514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30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Packaging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300878" y="8612740"/>
            <a:ext cx="4141327" cy="64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34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Transportation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223844" y="2703207"/>
            <a:ext cx="3798632" cy="10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10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Obtain Plastic Wastage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4498445" y="3343744"/>
            <a:ext cx="2496923" cy="257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3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250 Celcius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203" name="Google Shape;203;p19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204" name="Google Shape;204;p19"/>
            <p:cNvPicPr preferRelativeResize="0"/>
            <p:nvPr/>
          </p:nvPicPr>
          <p:blipFill rotWithShape="1">
            <a:blip r:embed="rId4">
              <a:alphaModFix/>
            </a:blip>
            <a:srcRect b="12499" l="0" r="0" t="1250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9"/>
            <p:cNvPicPr preferRelativeResize="0"/>
            <p:nvPr/>
          </p:nvPicPr>
          <p:blipFill rotWithShape="1">
            <a:blip r:embed="rId5">
              <a:alphaModFix/>
            </a:blip>
            <a:srcRect b="12500" l="0" r="0" t="12500"/>
            <a:stretch/>
          </p:blipFill>
          <p:spPr>
            <a:xfrm>
              <a:off x="1219200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9"/>
            <p:cNvPicPr preferRelativeResize="0"/>
            <p:nvPr/>
          </p:nvPicPr>
          <p:blipFill rotWithShape="1">
            <a:blip r:embed="rId6">
              <a:alphaModFix/>
            </a:blip>
            <a:srcRect b="7786" l="0" r="0" t="7786"/>
            <a:stretch/>
          </p:blipFill>
          <p:spPr>
            <a:xfrm>
              <a:off x="0" y="685800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19"/>
            <p:cNvPicPr preferRelativeResize="0"/>
            <p:nvPr/>
          </p:nvPicPr>
          <p:blipFill rotWithShape="1">
            <a:blip r:embed="rId7">
              <a:alphaModFix/>
            </a:blip>
            <a:srcRect b="12500" l="0" r="0" t="12500"/>
            <a:stretch/>
          </p:blipFill>
          <p:spPr>
            <a:xfrm>
              <a:off x="12192000" y="685800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19"/>
          <p:cNvGrpSpPr/>
          <p:nvPr/>
        </p:nvGrpSpPr>
        <p:grpSpPr>
          <a:xfrm rot="10800000">
            <a:off x="-4437997" y="4769995"/>
            <a:ext cx="27163992" cy="747010"/>
            <a:chOff x="0" y="0"/>
            <a:chExt cx="36218656" cy="996013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0" y="0"/>
                  </a:moveTo>
                  <a:lnTo>
                    <a:pt x="18109328" y="0"/>
                  </a:lnTo>
                  <a:lnTo>
                    <a:pt x="18109328" y="996013"/>
                  </a:lnTo>
                  <a:lnTo>
                    <a:pt x="0" y="9960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0" name="Google Shape;210;p19"/>
            <p:cNvSpPr/>
            <p:nvPr/>
          </p:nvSpPr>
          <p:spPr>
            <a:xfrm flipH="1">
              <a:off x="18109328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18109327" y="0"/>
                  </a:moveTo>
                  <a:lnTo>
                    <a:pt x="0" y="0"/>
                  </a:lnTo>
                  <a:lnTo>
                    <a:pt x="0" y="996013"/>
                  </a:lnTo>
                  <a:lnTo>
                    <a:pt x="18109327" y="996013"/>
                  </a:lnTo>
                  <a:lnTo>
                    <a:pt x="18109327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11" name="Google Shape;211;p19"/>
          <p:cNvSpPr/>
          <p:nvPr/>
        </p:nvSpPr>
        <p:spPr>
          <a:xfrm rot="10800000">
            <a:off x="12854798" y="3853215"/>
            <a:ext cx="1357884" cy="4114800"/>
          </a:xfrm>
          <a:custGeom>
            <a:rect b="b" l="l" r="r" t="t"/>
            <a:pathLst>
              <a:path extrusionOk="0" h="4114800" w="1357884">
                <a:moveTo>
                  <a:pt x="0" y="0"/>
                </a:moveTo>
                <a:lnTo>
                  <a:pt x="1357884" y="0"/>
                </a:lnTo>
                <a:lnTo>
                  <a:pt x="13578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 rot="-87847">
            <a:off x="3682568" y="3789457"/>
            <a:ext cx="1357884" cy="4114800"/>
          </a:xfrm>
          <a:custGeom>
            <a:rect b="b" l="l" r="r" t="t"/>
            <a:pathLst>
              <a:path extrusionOk="0" h="4114800" w="1357884">
                <a:moveTo>
                  <a:pt x="0" y="0"/>
                </a:moveTo>
                <a:lnTo>
                  <a:pt x="1357884" y="0"/>
                </a:lnTo>
                <a:lnTo>
                  <a:pt x="13578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9"/>
          <p:cNvSpPr txBox="1"/>
          <p:nvPr/>
        </p:nvSpPr>
        <p:spPr>
          <a:xfrm rot="-282377">
            <a:off x="4182298" y="242733"/>
            <a:ext cx="4946081" cy="584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PLASTIC BRICK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 rot="864896">
            <a:off x="13787205" y="2785159"/>
            <a:ext cx="3281902" cy="118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TEMPORARY HOUSING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 rot="5400000">
            <a:off x="2450793" y="4396490"/>
            <a:ext cx="13581996" cy="747010"/>
          </a:xfrm>
          <a:custGeom>
            <a:rect b="b" l="l" r="r" t="t"/>
            <a:pathLst>
              <a:path extrusionOk="0" h="747010" w="13581996">
                <a:moveTo>
                  <a:pt x="0" y="0"/>
                </a:moveTo>
                <a:lnTo>
                  <a:pt x="13581995" y="0"/>
                </a:lnTo>
                <a:lnTo>
                  <a:pt x="13581995" y="747010"/>
                </a:lnTo>
                <a:lnTo>
                  <a:pt x="0" y="74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9"/>
          <p:cNvSpPr txBox="1"/>
          <p:nvPr/>
        </p:nvSpPr>
        <p:spPr>
          <a:xfrm rot="-60660">
            <a:off x="4372032" y="4673091"/>
            <a:ext cx="9540741" cy="1638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38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ECONOMY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 rot="-395257">
            <a:off x="6451936" y="3023572"/>
            <a:ext cx="5223950" cy="1361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93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CIRCULAR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223" name="Google Shape;223;p20"/>
          <p:cNvSpPr/>
          <p:nvPr/>
        </p:nvSpPr>
        <p:spPr>
          <a:xfrm>
            <a:off x="235657" y="6680463"/>
            <a:ext cx="2054255" cy="2008034"/>
          </a:xfrm>
          <a:custGeom>
            <a:rect b="b" l="l" r="r" t="t"/>
            <a:pathLst>
              <a:path extrusionOk="0" h="2008034" w="2054255">
                <a:moveTo>
                  <a:pt x="0" y="0"/>
                </a:moveTo>
                <a:lnTo>
                  <a:pt x="2054255" y="0"/>
                </a:lnTo>
                <a:lnTo>
                  <a:pt x="2054255" y="2008035"/>
                </a:lnTo>
                <a:lnTo>
                  <a:pt x="0" y="2008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0"/>
          <p:cNvSpPr/>
          <p:nvPr/>
        </p:nvSpPr>
        <p:spPr>
          <a:xfrm>
            <a:off x="15850210" y="6680463"/>
            <a:ext cx="2054255" cy="2008034"/>
          </a:xfrm>
          <a:custGeom>
            <a:rect b="b" l="l" r="r" t="t"/>
            <a:pathLst>
              <a:path extrusionOk="0" h="2008034" w="2054255">
                <a:moveTo>
                  <a:pt x="0" y="0"/>
                </a:moveTo>
                <a:lnTo>
                  <a:pt x="2054255" y="0"/>
                </a:lnTo>
                <a:lnTo>
                  <a:pt x="2054255" y="2008035"/>
                </a:lnTo>
                <a:lnTo>
                  <a:pt x="0" y="2008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5" name="Google Shape;225;p20"/>
          <p:cNvGrpSpPr/>
          <p:nvPr/>
        </p:nvGrpSpPr>
        <p:grpSpPr>
          <a:xfrm>
            <a:off x="1720543" y="3936940"/>
            <a:ext cx="2413121" cy="2413121"/>
            <a:chOff x="0" y="0"/>
            <a:chExt cx="3217494" cy="3217494"/>
          </a:xfrm>
        </p:grpSpPr>
        <p:sp>
          <p:nvSpPr>
            <p:cNvPr id="226" name="Google Shape;226;p20"/>
            <p:cNvSpPr/>
            <p:nvPr/>
          </p:nvSpPr>
          <p:spPr>
            <a:xfrm>
              <a:off x="300808" y="1087717"/>
              <a:ext cx="2685101" cy="1221721"/>
            </a:xfrm>
            <a:custGeom>
              <a:rect b="b" l="l" r="r" t="t"/>
              <a:pathLst>
                <a:path extrusionOk="0" h="1221721" w="2685101">
                  <a:moveTo>
                    <a:pt x="0" y="0"/>
                  </a:moveTo>
                  <a:lnTo>
                    <a:pt x="2685101" y="0"/>
                  </a:lnTo>
                  <a:lnTo>
                    <a:pt x="2685101" y="1221721"/>
                  </a:lnTo>
                  <a:lnTo>
                    <a:pt x="0" y="12217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7" name="Google Shape;227;p20"/>
            <p:cNvSpPr/>
            <p:nvPr/>
          </p:nvSpPr>
          <p:spPr>
            <a:xfrm>
              <a:off x="0" y="0"/>
              <a:ext cx="3217494" cy="3217494"/>
            </a:xfrm>
            <a:custGeom>
              <a:rect b="b" l="l" r="r" t="t"/>
              <a:pathLst>
                <a:path extrusionOk="0" h="3217494" w="3217494">
                  <a:moveTo>
                    <a:pt x="0" y="0"/>
                  </a:moveTo>
                  <a:lnTo>
                    <a:pt x="3217494" y="0"/>
                  </a:lnTo>
                  <a:lnTo>
                    <a:pt x="3217494" y="3217494"/>
                  </a:lnTo>
                  <a:lnTo>
                    <a:pt x="0" y="32174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28" name="Google Shape;228;p20"/>
          <p:cNvGrpSpPr/>
          <p:nvPr/>
        </p:nvGrpSpPr>
        <p:grpSpPr>
          <a:xfrm>
            <a:off x="3954231" y="4082844"/>
            <a:ext cx="9540741" cy="2262825"/>
            <a:chOff x="0" y="-114300"/>
            <a:chExt cx="12720989" cy="3017100"/>
          </a:xfrm>
        </p:grpSpPr>
        <p:sp>
          <p:nvSpPr>
            <p:cNvPr id="229" name="Google Shape;229;p20"/>
            <p:cNvSpPr txBox="1"/>
            <p:nvPr/>
          </p:nvSpPr>
          <p:spPr>
            <a:xfrm>
              <a:off x="0" y="1548614"/>
              <a:ext cx="12720989" cy="1354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139" u="none" cap="none" strike="noStrike">
                  <a:solidFill>
                    <a:srgbClr val="E3E3E5"/>
                  </a:solidFill>
                  <a:latin typeface="Ultra"/>
                  <a:ea typeface="Ultra"/>
                  <a:cs typeface="Ultra"/>
                  <a:sym typeface="Ultra"/>
                </a:rPr>
                <a:t>SUSTAINABILITY</a:t>
              </a:r>
              <a:endParaRPr/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2425531" y="-114300"/>
              <a:ext cx="8340984" cy="1289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793" u="none" cap="none" strike="noStrike">
                  <a:solidFill>
                    <a:srgbClr val="256B4E"/>
                  </a:solidFill>
                  <a:latin typeface="Ultra"/>
                  <a:ea typeface="Ultra"/>
                  <a:cs typeface="Ultra"/>
                  <a:sym typeface="Ultra"/>
                </a:rPr>
                <a:t>ENVIRONMENTAL</a:t>
              </a:r>
              <a:endParaRPr/>
            </a:p>
          </p:txBody>
        </p:sp>
      </p:grpSp>
      <p:sp>
        <p:nvSpPr>
          <p:cNvPr id="231" name="Google Shape;231;p20"/>
          <p:cNvSpPr txBox="1"/>
          <p:nvPr/>
        </p:nvSpPr>
        <p:spPr>
          <a:xfrm>
            <a:off x="1429691" y="476941"/>
            <a:ext cx="7115454" cy="580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REDUCED PLASTIC WASTAGE</a:t>
            </a:r>
            <a:endParaRPr/>
          </a:p>
        </p:txBody>
      </p:sp>
      <p:grpSp>
        <p:nvGrpSpPr>
          <p:cNvPr id="232" name="Google Shape;232;p20"/>
          <p:cNvGrpSpPr/>
          <p:nvPr/>
        </p:nvGrpSpPr>
        <p:grpSpPr>
          <a:xfrm>
            <a:off x="13315539" y="3932548"/>
            <a:ext cx="2413121" cy="2413121"/>
            <a:chOff x="0" y="0"/>
            <a:chExt cx="3217494" cy="3217494"/>
          </a:xfrm>
        </p:grpSpPr>
        <p:sp>
          <p:nvSpPr>
            <p:cNvPr id="233" name="Google Shape;233;p20"/>
            <p:cNvSpPr/>
            <p:nvPr/>
          </p:nvSpPr>
          <p:spPr>
            <a:xfrm>
              <a:off x="300808" y="1087717"/>
              <a:ext cx="2685101" cy="1221721"/>
            </a:xfrm>
            <a:custGeom>
              <a:rect b="b" l="l" r="r" t="t"/>
              <a:pathLst>
                <a:path extrusionOk="0" h="1221721" w="2685101">
                  <a:moveTo>
                    <a:pt x="0" y="0"/>
                  </a:moveTo>
                  <a:lnTo>
                    <a:pt x="2685101" y="0"/>
                  </a:lnTo>
                  <a:lnTo>
                    <a:pt x="2685101" y="1221721"/>
                  </a:lnTo>
                  <a:lnTo>
                    <a:pt x="0" y="12217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4" name="Google Shape;234;p20"/>
            <p:cNvSpPr/>
            <p:nvPr/>
          </p:nvSpPr>
          <p:spPr>
            <a:xfrm>
              <a:off x="0" y="0"/>
              <a:ext cx="3217494" cy="3217494"/>
            </a:xfrm>
            <a:custGeom>
              <a:rect b="b" l="l" r="r" t="t"/>
              <a:pathLst>
                <a:path extrusionOk="0" h="3217494" w="3217494">
                  <a:moveTo>
                    <a:pt x="0" y="0"/>
                  </a:moveTo>
                  <a:lnTo>
                    <a:pt x="3217494" y="0"/>
                  </a:lnTo>
                  <a:lnTo>
                    <a:pt x="3217494" y="3217494"/>
                  </a:lnTo>
                  <a:lnTo>
                    <a:pt x="0" y="321749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35" name="Google Shape;235;p20"/>
          <p:cNvSpPr txBox="1"/>
          <p:nvPr/>
        </p:nvSpPr>
        <p:spPr>
          <a:xfrm>
            <a:off x="10489005" y="1981395"/>
            <a:ext cx="6187168" cy="931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Comparatively sustainable production method than conventional clay bricks.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9761883" y="476941"/>
            <a:ext cx="7115454" cy="580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SUSTIANABLE PRODUCTION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262785" y="1799081"/>
            <a:ext cx="7282360" cy="1084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will be able to process plastic waste generated by 50,000 people every year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343521" y="3198689"/>
            <a:ext cx="7115454" cy="580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REUSE, REDUCE &amp; RECYCLE 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166115" y="7555344"/>
            <a:ext cx="9416474" cy="16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aim to solve the challenge of UV degradation, microplastics and flammability through a  TEFLON or Phosphorous coating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245" name="Google Shape;245;p21"/>
          <p:cNvSpPr/>
          <p:nvPr/>
        </p:nvSpPr>
        <p:spPr>
          <a:xfrm rot="5400000">
            <a:off x="2089894" y="3126519"/>
            <a:ext cx="14108211" cy="775952"/>
          </a:xfrm>
          <a:custGeom>
            <a:rect b="b" l="l" r="r" t="t"/>
            <a:pathLst>
              <a:path extrusionOk="0" h="775952" w="14108211">
                <a:moveTo>
                  <a:pt x="0" y="0"/>
                </a:moveTo>
                <a:lnTo>
                  <a:pt x="14108212" y="0"/>
                </a:lnTo>
                <a:lnTo>
                  <a:pt x="14108212" y="775951"/>
                </a:lnTo>
                <a:lnTo>
                  <a:pt x="0" y="7759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6" name="Google Shape;246;p21"/>
          <p:cNvGrpSpPr/>
          <p:nvPr/>
        </p:nvGrpSpPr>
        <p:grpSpPr>
          <a:xfrm rot="10800000">
            <a:off x="-4437997" y="4769995"/>
            <a:ext cx="27163992" cy="747010"/>
            <a:chOff x="0" y="0"/>
            <a:chExt cx="36218656" cy="996013"/>
          </a:xfrm>
        </p:grpSpPr>
        <p:sp>
          <p:nvSpPr>
            <p:cNvPr id="247" name="Google Shape;247;p21"/>
            <p:cNvSpPr/>
            <p:nvPr/>
          </p:nvSpPr>
          <p:spPr>
            <a:xfrm>
              <a:off x="0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0" y="0"/>
                  </a:moveTo>
                  <a:lnTo>
                    <a:pt x="18109328" y="0"/>
                  </a:lnTo>
                  <a:lnTo>
                    <a:pt x="18109328" y="996013"/>
                  </a:lnTo>
                  <a:lnTo>
                    <a:pt x="0" y="9960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8" name="Google Shape;248;p21"/>
            <p:cNvSpPr/>
            <p:nvPr/>
          </p:nvSpPr>
          <p:spPr>
            <a:xfrm flipH="1">
              <a:off x="18109328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18109327" y="0"/>
                  </a:moveTo>
                  <a:lnTo>
                    <a:pt x="0" y="0"/>
                  </a:lnTo>
                  <a:lnTo>
                    <a:pt x="0" y="996013"/>
                  </a:lnTo>
                  <a:lnTo>
                    <a:pt x="18109327" y="996013"/>
                  </a:lnTo>
                  <a:lnTo>
                    <a:pt x="18109327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49" name="Google Shape;249;p21"/>
          <p:cNvSpPr/>
          <p:nvPr/>
        </p:nvSpPr>
        <p:spPr>
          <a:xfrm>
            <a:off x="6667692" y="1306750"/>
            <a:ext cx="1773924" cy="1773924"/>
          </a:xfrm>
          <a:custGeom>
            <a:rect b="b" l="l" r="r" t="t"/>
            <a:pathLst>
              <a:path extrusionOk="0" h="1773924" w="1773924">
                <a:moveTo>
                  <a:pt x="0" y="0"/>
                </a:moveTo>
                <a:lnTo>
                  <a:pt x="1773923" y="0"/>
                </a:lnTo>
                <a:lnTo>
                  <a:pt x="1773923" y="1773924"/>
                </a:lnTo>
                <a:lnTo>
                  <a:pt x="0" y="1773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21"/>
          <p:cNvSpPr/>
          <p:nvPr/>
        </p:nvSpPr>
        <p:spPr>
          <a:xfrm>
            <a:off x="6353283" y="7258578"/>
            <a:ext cx="2402741" cy="2414815"/>
          </a:xfrm>
          <a:custGeom>
            <a:rect b="b" l="l" r="r" t="t"/>
            <a:pathLst>
              <a:path extrusionOk="0" h="2414815" w="2402741">
                <a:moveTo>
                  <a:pt x="0" y="0"/>
                </a:moveTo>
                <a:lnTo>
                  <a:pt x="2402741" y="0"/>
                </a:lnTo>
                <a:lnTo>
                  <a:pt x="2402741" y="2414815"/>
                </a:lnTo>
                <a:lnTo>
                  <a:pt x="0" y="24148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1"/>
          <p:cNvSpPr/>
          <p:nvPr/>
        </p:nvSpPr>
        <p:spPr>
          <a:xfrm>
            <a:off x="11358600" y="1820210"/>
            <a:ext cx="2105124" cy="2105124"/>
          </a:xfrm>
          <a:custGeom>
            <a:rect b="b" l="l" r="r" t="t"/>
            <a:pathLst>
              <a:path extrusionOk="0" h="2105124" w="2105124">
                <a:moveTo>
                  <a:pt x="0" y="0"/>
                </a:moveTo>
                <a:lnTo>
                  <a:pt x="2105124" y="0"/>
                </a:lnTo>
                <a:lnTo>
                  <a:pt x="2105124" y="2105124"/>
                </a:lnTo>
                <a:lnTo>
                  <a:pt x="0" y="2105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21"/>
          <p:cNvSpPr/>
          <p:nvPr/>
        </p:nvSpPr>
        <p:spPr>
          <a:xfrm>
            <a:off x="14319165" y="3003115"/>
            <a:ext cx="3412606" cy="155118"/>
          </a:xfrm>
          <a:custGeom>
            <a:rect b="b" l="l" r="r" t="t"/>
            <a:pathLst>
              <a:path extrusionOk="0" h="155118" w="3412606">
                <a:moveTo>
                  <a:pt x="0" y="0"/>
                </a:moveTo>
                <a:lnTo>
                  <a:pt x="3412606" y="0"/>
                </a:lnTo>
                <a:lnTo>
                  <a:pt x="3412606" y="155118"/>
                </a:lnTo>
                <a:lnTo>
                  <a:pt x="0" y="155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1"/>
          <p:cNvSpPr/>
          <p:nvPr/>
        </p:nvSpPr>
        <p:spPr>
          <a:xfrm>
            <a:off x="9782870" y="7425184"/>
            <a:ext cx="2096853" cy="2081603"/>
          </a:xfrm>
          <a:custGeom>
            <a:rect b="b" l="l" r="r" t="t"/>
            <a:pathLst>
              <a:path extrusionOk="0" h="2081603" w="2096853">
                <a:moveTo>
                  <a:pt x="0" y="0"/>
                </a:moveTo>
                <a:lnTo>
                  <a:pt x="2096852" y="0"/>
                </a:lnTo>
                <a:lnTo>
                  <a:pt x="2096852" y="2081603"/>
                </a:lnTo>
                <a:lnTo>
                  <a:pt x="0" y="2081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21"/>
          <p:cNvSpPr txBox="1"/>
          <p:nvPr/>
        </p:nvSpPr>
        <p:spPr>
          <a:xfrm rot="-60660">
            <a:off x="4373327" y="4928226"/>
            <a:ext cx="9540741" cy="114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39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SUSTAINABILITY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587505" y="330799"/>
            <a:ext cx="7115454" cy="146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IMPROVED SEEPAGE PROTECTION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9791341" y="391724"/>
            <a:ext cx="7624950" cy="721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INCREASED DURABILITY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702959" y="3774146"/>
            <a:ext cx="4176763" cy="108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3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SOCIAL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028700" y="6231782"/>
            <a:ext cx="5562879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THERMAL INSULATION 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11961154" y="5964342"/>
            <a:ext cx="4821224" cy="72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9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IMPROVED HEALTH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1505899" y="2542912"/>
            <a:ext cx="4847384" cy="5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ALMOST 0 SEEPAGE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07509" y="7358509"/>
            <a:ext cx="4871555" cy="1180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Primarily in regions of extreme temperatures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13923412" y="2226734"/>
            <a:ext cx="4099686" cy="166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Plastic: 131.8 N/mm2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3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Concrete: 17.1N/mm2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2127372" y="7962687"/>
            <a:ext cx="5895726" cy="1099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Reduced effects of plastic wastage, toxins and fumes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8144154" y="5821281"/>
            <a:ext cx="1899286" cy="864175"/>
          </a:xfrm>
          <a:custGeom>
            <a:rect b="b" l="l" r="r" t="t"/>
            <a:pathLst>
              <a:path extrusionOk="0" h="864175" w="1899286">
                <a:moveTo>
                  <a:pt x="0" y="0"/>
                </a:moveTo>
                <a:lnTo>
                  <a:pt x="1899286" y="0"/>
                </a:lnTo>
                <a:lnTo>
                  <a:pt x="1899286" y="864175"/>
                </a:lnTo>
                <a:lnTo>
                  <a:pt x="0" y="864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1"/>
          <p:cNvSpPr txBox="1"/>
          <p:nvPr/>
        </p:nvSpPr>
        <p:spPr>
          <a:xfrm>
            <a:off x="447116" y="8824641"/>
            <a:ext cx="5658517" cy="1180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Reduces Energy needed for temperature regulation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1221240" y="3627879"/>
            <a:ext cx="5416702" cy="5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LOW MAINTAINANCE COST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272" name="Google Shape;272;p22"/>
          <p:cNvSpPr/>
          <p:nvPr/>
        </p:nvSpPr>
        <p:spPr>
          <a:xfrm rot="5400000">
            <a:off x="2104365" y="-3753660"/>
            <a:ext cx="14108211" cy="775952"/>
          </a:xfrm>
          <a:custGeom>
            <a:rect b="b" l="l" r="r" t="t"/>
            <a:pathLst>
              <a:path extrusionOk="0" h="775952" w="14108211">
                <a:moveTo>
                  <a:pt x="0" y="0"/>
                </a:moveTo>
                <a:lnTo>
                  <a:pt x="14108212" y="0"/>
                </a:lnTo>
                <a:lnTo>
                  <a:pt x="14108212" y="775951"/>
                </a:lnTo>
                <a:lnTo>
                  <a:pt x="0" y="7759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3" name="Google Shape;273;p22"/>
          <p:cNvGrpSpPr/>
          <p:nvPr/>
        </p:nvGrpSpPr>
        <p:grpSpPr>
          <a:xfrm rot="10800000">
            <a:off x="-4437997" y="4769995"/>
            <a:ext cx="27163992" cy="747010"/>
            <a:chOff x="0" y="0"/>
            <a:chExt cx="36218656" cy="996013"/>
          </a:xfrm>
        </p:grpSpPr>
        <p:sp>
          <p:nvSpPr>
            <p:cNvPr id="274" name="Google Shape;274;p22"/>
            <p:cNvSpPr/>
            <p:nvPr/>
          </p:nvSpPr>
          <p:spPr>
            <a:xfrm>
              <a:off x="0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0" y="0"/>
                  </a:moveTo>
                  <a:lnTo>
                    <a:pt x="18109328" y="0"/>
                  </a:lnTo>
                  <a:lnTo>
                    <a:pt x="18109328" y="996013"/>
                  </a:lnTo>
                  <a:lnTo>
                    <a:pt x="0" y="9960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5" name="Google Shape;275;p22"/>
            <p:cNvSpPr/>
            <p:nvPr/>
          </p:nvSpPr>
          <p:spPr>
            <a:xfrm flipH="1">
              <a:off x="18109328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18109327" y="0"/>
                  </a:moveTo>
                  <a:lnTo>
                    <a:pt x="0" y="0"/>
                  </a:lnTo>
                  <a:lnTo>
                    <a:pt x="0" y="996013"/>
                  </a:lnTo>
                  <a:lnTo>
                    <a:pt x="18109327" y="996013"/>
                  </a:lnTo>
                  <a:lnTo>
                    <a:pt x="18109327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6" name="Google Shape;276;p22"/>
          <p:cNvSpPr/>
          <p:nvPr/>
        </p:nvSpPr>
        <p:spPr>
          <a:xfrm>
            <a:off x="3442996" y="7760792"/>
            <a:ext cx="1846344" cy="1802493"/>
          </a:xfrm>
          <a:custGeom>
            <a:rect b="b" l="l" r="r" t="t"/>
            <a:pathLst>
              <a:path extrusionOk="0" h="1802493" w="1846344">
                <a:moveTo>
                  <a:pt x="0" y="0"/>
                </a:moveTo>
                <a:lnTo>
                  <a:pt x="1846344" y="0"/>
                </a:lnTo>
                <a:lnTo>
                  <a:pt x="1846344" y="1802493"/>
                </a:lnTo>
                <a:lnTo>
                  <a:pt x="0" y="18024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2"/>
          <p:cNvSpPr txBox="1"/>
          <p:nvPr/>
        </p:nvSpPr>
        <p:spPr>
          <a:xfrm>
            <a:off x="6656504" y="7847163"/>
            <a:ext cx="5514547" cy="1971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61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CEMENT BRICKS:  $0.7</a:t>
            </a:r>
            <a:endParaRPr/>
          </a:p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761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61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PLARICK: $0.5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756178" y="8723598"/>
            <a:ext cx="7315200" cy="36576"/>
          </a:xfrm>
          <a:custGeom>
            <a:rect b="b" l="l" r="r" t="t"/>
            <a:pathLst>
              <a:path extrusionOk="0" h="36576" w="7315200">
                <a:moveTo>
                  <a:pt x="0" y="0"/>
                </a:moveTo>
                <a:lnTo>
                  <a:pt x="7315200" y="0"/>
                </a:lnTo>
                <a:lnTo>
                  <a:pt x="7315200" y="36576"/>
                </a:lnTo>
                <a:lnTo>
                  <a:pt x="0" y="36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2"/>
          <p:cNvSpPr/>
          <p:nvPr/>
        </p:nvSpPr>
        <p:spPr>
          <a:xfrm>
            <a:off x="13671935" y="7779080"/>
            <a:ext cx="1846344" cy="1802493"/>
          </a:xfrm>
          <a:custGeom>
            <a:rect b="b" l="l" r="r" t="t"/>
            <a:pathLst>
              <a:path extrusionOk="0" h="1802493" w="1846344">
                <a:moveTo>
                  <a:pt x="0" y="0"/>
                </a:moveTo>
                <a:lnTo>
                  <a:pt x="1846344" y="0"/>
                </a:lnTo>
                <a:lnTo>
                  <a:pt x="1846344" y="1802493"/>
                </a:lnTo>
                <a:lnTo>
                  <a:pt x="0" y="18024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22"/>
          <p:cNvSpPr/>
          <p:nvPr/>
        </p:nvSpPr>
        <p:spPr>
          <a:xfrm>
            <a:off x="2525076" y="1473359"/>
            <a:ext cx="2519476" cy="1848665"/>
          </a:xfrm>
          <a:custGeom>
            <a:rect b="b" l="l" r="r" t="t"/>
            <a:pathLst>
              <a:path extrusionOk="0" h="1848665" w="2519476">
                <a:moveTo>
                  <a:pt x="0" y="0"/>
                </a:moveTo>
                <a:lnTo>
                  <a:pt x="2519475" y="0"/>
                </a:lnTo>
                <a:lnTo>
                  <a:pt x="2519475" y="1848665"/>
                </a:lnTo>
                <a:lnTo>
                  <a:pt x="0" y="1848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22"/>
          <p:cNvSpPr/>
          <p:nvPr/>
        </p:nvSpPr>
        <p:spPr>
          <a:xfrm>
            <a:off x="7979055" y="3024271"/>
            <a:ext cx="1899286" cy="864175"/>
          </a:xfrm>
          <a:custGeom>
            <a:rect b="b" l="l" r="r" t="t"/>
            <a:pathLst>
              <a:path extrusionOk="0" h="864175" w="1899286">
                <a:moveTo>
                  <a:pt x="0" y="0"/>
                </a:moveTo>
                <a:lnTo>
                  <a:pt x="1899286" y="0"/>
                </a:lnTo>
                <a:lnTo>
                  <a:pt x="1899286" y="864175"/>
                </a:lnTo>
                <a:lnTo>
                  <a:pt x="0" y="864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22"/>
          <p:cNvSpPr/>
          <p:nvPr/>
        </p:nvSpPr>
        <p:spPr>
          <a:xfrm>
            <a:off x="9814814" y="1504621"/>
            <a:ext cx="1644822" cy="1357725"/>
          </a:xfrm>
          <a:custGeom>
            <a:rect b="b" l="l" r="r" t="t"/>
            <a:pathLst>
              <a:path extrusionOk="0" h="1357725" w="1644822">
                <a:moveTo>
                  <a:pt x="0" y="0"/>
                </a:moveTo>
                <a:lnTo>
                  <a:pt x="1644822" y="0"/>
                </a:lnTo>
                <a:lnTo>
                  <a:pt x="1644822" y="1357725"/>
                </a:lnTo>
                <a:lnTo>
                  <a:pt x="0" y="1357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22"/>
          <p:cNvSpPr txBox="1"/>
          <p:nvPr/>
        </p:nvSpPr>
        <p:spPr>
          <a:xfrm>
            <a:off x="4373629" y="4918698"/>
            <a:ext cx="9540741" cy="1185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9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SUSTAINABILITY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834028" y="3764621"/>
            <a:ext cx="4689134" cy="1127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93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ECONOMIC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227086" y="429268"/>
            <a:ext cx="7115454" cy="721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EMPLOYMENT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10293106" y="448318"/>
            <a:ext cx="7242529" cy="590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IMPROVED WORKING CONDITIONS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7277209" y="6923668"/>
            <a:ext cx="4245954" cy="637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61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COST EFFICIENCY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11957467" y="1437946"/>
            <a:ext cx="5853011" cy="3073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14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Manafacturing Process: Closed System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14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14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hollow bricks reduce transport costs and labour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705950" y="3404701"/>
            <a:ext cx="5050228" cy="1215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Segregation, Operations and Transportation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295" name="Google Shape;295;p23"/>
          <p:cNvGrpSpPr/>
          <p:nvPr/>
        </p:nvGrpSpPr>
        <p:grpSpPr>
          <a:xfrm rot="10800000">
            <a:off x="-4437997" y="5607253"/>
            <a:ext cx="27163992" cy="747010"/>
            <a:chOff x="0" y="0"/>
            <a:chExt cx="36218656" cy="996013"/>
          </a:xfrm>
        </p:grpSpPr>
        <p:sp>
          <p:nvSpPr>
            <p:cNvPr id="296" name="Google Shape;296;p23"/>
            <p:cNvSpPr/>
            <p:nvPr/>
          </p:nvSpPr>
          <p:spPr>
            <a:xfrm>
              <a:off x="0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0" y="0"/>
                  </a:moveTo>
                  <a:lnTo>
                    <a:pt x="18109328" y="0"/>
                  </a:lnTo>
                  <a:lnTo>
                    <a:pt x="18109328" y="996013"/>
                  </a:lnTo>
                  <a:lnTo>
                    <a:pt x="0" y="9960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7" name="Google Shape;297;p23"/>
            <p:cNvSpPr/>
            <p:nvPr/>
          </p:nvSpPr>
          <p:spPr>
            <a:xfrm flipH="1">
              <a:off x="18109328" y="0"/>
              <a:ext cx="18109328" cy="996013"/>
            </a:xfrm>
            <a:custGeom>
              <a:rect b="b" l="l" r="r" t="t"/>
              <a:pathLst>
                <a:path extrusionOk="0" h="996013" w="18109328">
                  <a:moveTo>
                    <a:pt x="18109327" y="0"/>
                  </a:moveTo>
                  <a:lnTo>
                    <a:pt x="0" y="0"/>
                  </a:lnTo>
                  <a:lnTo>
                    <a:pt x="0" y="996013"/>
                  </a:lnTo>
                  <a:lnTo>
                    <a:pt x="18109327" y="996013"/>
                  </a:lnTo>
                  <a:lnTo>
                    <a:pt x="18109327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98" name="Google Shape;298;p23"/>
          <p:cNvSpPr/>
          <p:nvPr/>
        </p:nvSpPr>
        <p:spPr>
          <a:xfrm>
            <a:off x="12620902" y="6697163"/>
            <a:ext cx="5106813" cy="2974587"/>
          </a:xfrm>
          <a:custGeom>
            <a:rect b="b" l="l" r="r" t="t"/>
            <a:pathLst>
              <a:path extrusionOk="0" h="2974587" w="5106813">
                <a:moveTo>
                  <a:pt x="0" y="0"/>
                </a:moveTo>
                <a:lnTo>
                  <a:pt x="5106813" y="0"/>
                </a:lnTo>
                <a:lnTo>
                  <a:pt x="5106813" y="2974587"/>
                </a:lnTo>
                <a:lnTo>
                  <a:pt x="0" y="2974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23"/>
          <p:cNvSpPr/>
          <p:nvPr/>
        </p:nvSpPr>
        <p:spPr>
          <a:xfrm>
            <a:off x="11656024" y="1271220"/>
            <a:ext cx="1929756" cy="1929756"/>
          </a:xfrm>
          <a:custGeom>
            <a:rect b="b" l="l" r="r" t="t"/>
            <a:pathLst>
              <a:path extrusionOk="0" h="1929756" w="1929756">
                <a:moveTo>
                  <a:pt x="0" y="0"/>
                </a:moveTo>
                <a:lnTo>
                  <a:pt x="1929756" y="0"/>
                </a:lnTo>
                <a:lnTo>
                  <a:pt x="1929756" y="1929756"/>
                </a:lnTo>
                <a:lnTo>
                  <a:pt x="0" y="1929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23"/>
          <p:cNvSpPr/>
          <p:nvPr/>
        </p:nvSpPr>
        <p:spPr>
          <a:xfrm flipH="1">
            <a:off x="4803631" y="1271220"/>
            <a:ext cx="1929756" cy="1929756"/>
          </a:xfrm>
          <a:custGeom>
            <a:rect b="b" l="l" r="r" t="t"/>
            <a:pathLst>
              <a:path extrusionOk="0" h="1929756" w="1929756">
                <a:moveTo>
                  <a:pt x="1929757" y="0"/>
                </a:moveTo>
                <a:lnTo>
                  <a:pt x="0" y="0"/>
                </a:lnTo>
                <a:lnTo>
                  <a:pt x="0" y="1929756"/>
                </a:lnTo>
                <a:lnTo>
                  <a:pt x="1929757" y="1929756"/>
                </a:lnTo>
                <a:lnTo>
                  <a:pt x="192975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23"/>
          <p:cNvSpPr/>
          <p:nvPr/>
        </p:nvSpPr>
        <p:spPr>
          <a:xfrm>
            <a:off x="1858620" y="3640645"/>
            <a:ext cx="1192891" cy="1502855"/>
          </a:xfrm>
          <a:custGeom>
            <a:rect b="b" l="l" r="r" t="t"/>
            <a:pathLst>
              <a:path extrusionOk="0" h="1502855" w="1192891">
                <a:moveTo>
                  <a:pt x="0" y="0"/>
                </a:moveTo>
                <a:lnTo>
                  <a:pt x="1192891" y="0"/>
                </a:lnTo>
                <a:lnTo>
                  <a:pt x="1192891" y="1502855"/>
                </a:lnTo>
                <a:lnTo>
                  <a:pt x="0" y="1502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3"/>
          <p:cNvSpPr/>
          <p:nvPr/>
        </p:nvSpPr>
        <p:spPr>
          <a:xfrm>
            <a:off x="1248505" y="3194133"/>
            <a:ext cx="2413121" cy="2413121"/>
          </a:xfrm>
          <a:custGeom>
            <a:rect b="b" l="l" r="r" t="t"/>
            <a:pathLst>
              <a:path extrusionOk="0" h="2413121" w="2413121">
                <a:moveTo>
                  <a:pt x="0" y="0"/>
                </a:moveTo>
                <a:lnTo>
                  <a:pt x="2413121" y="0"/>
                </a:lnTo>
                <a:lnTo>
                  <a:pt x="2413121" y="2413120"/>
                </a:lnTo>
                <a:lnTo>
                  <a:pt x="0" y="241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3"/>
          <p:cNvSpPr/>
          <p:nvPr/>
        </p:nvSpPr>
        <p:spPr>
          <a:xfrm>
            <a:off x="14628844" y="3200976"/>
            <a:ext cx="2680393" cy="2266150"/>
          </a:xfrm>
          <a:custGeom>
            <a:rect b="b" l="l" r="r" t="t"/>
            <a:pathLst>
              <a:path extrusionOk="0" h="2266150" w="2680393">
                <a:moveTo>
                  <a:pt x="0" y="0"/>
                </a:moveTo>
                <a:lnTo>
                  <a:pt x="2680393" y="0"/>
                </a:lnTo>
                <a:lnTo>
                  <a:pt x="2680393" y="2266151"/>
                </a:lnTo>
                <a:lnTo>
                  <a:pt x="0" y="22661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23"/>
          <p:cNvSpPr/>
          <p:nvPr/>
        </p:nvSpPr>
        <p:spPr>
          <a:xfrm flipH="1">
            <a:off x="498104" y="6792413"/>
            <a:ext cx="5106813" cy="2974587"/>
          </a:xfrm>
          <a:custGeom>
            <a:rect b="b" l="l" r="r" t="t"/>
            <a:pathLst>
              <a:path extrusionOk="0" h="2974587" w="5106813">
                <a:moveTo>
                  <a:pt x="5106814" y="0"/>
                </a:moveTo>
                <a:lnTo>
                  <a:pt x="0" y="0"/>
                </a:lnTo>
                <a:lnTo>
                  <a:pt x="0" y="2974587"/>
                </a:lnTo>
                <a:lnTo>
                  <a:pt x="5106814" y="2974587"/>
                </a:lnTo>
                <a:lnTo>
                  <a:pt x="510681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23"/>
          <p:cNvSpPr/>
          <p:nvPr/>
        </p:nvSpPr>
        <p:spPr>
          <a:xfrm>
            <a:off x="6779820" y="8370341"/>
            <a:ext cx="4666179" cy="212099"/>
          </a:xfrm>
          <a:custGeom>
            <a:rect b="b" l="l" r="r" t="t"/>
            <a:pathLst>
              <a:path extrusionOk="0" h="212099" w="4666179">
                <a:moveTo>
                  <a:pt x="0" y="0"/>
                </a:moveTo>
                <a:lnTo>
                  <a:pt x="4666179" y="0"/>
                </a:lnTo>
                <a:lnTo>
                  <a:pt x="4666179" y="212099"/>
                </a:lnTo>
                <a:lnTo>
                  <a:pt x="0" y="2120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23"/>
          <p:cNvSpPr/>
          <p:nvPr/>
        </p:nvSpPr>
        <p:spPr>
          <a:xfrm>
            <a:off x="8240686" y="1549204"/>
            <a:ext cx="1908040" cy="1373789"/>
          </a:xfrm>
          <a:custGeom>
            <a:rect b="b" l="l" r="r" t="t"/>
            <a:pathLst>
              <a:path extrusionOk="0" h="1373789" w="1908040">
                <a:moveTo>
                  <a:pt x="0" y="0"/>
                </a:moveTo>
                <a:lnTo>
                  <a:pt x="1908040" y="0"/>
                </a:lnTo>
                <a:lnTo>
                  <a:pt x="1908040" y="1373789"/>
                </a:lnTo>
                <a:lnTo>
                  <a:pt x="0" y="1373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23"/>
          <p:cNvSpPr txBox="1"/>
          <p:nvPr/>
        </p:nvSpPr>
        <p:spPr>
          <a:xfrm rot="-60660">
            <a:off x="4373534" y="4918698"/>
            <a:ext cx="9540741" cy="1185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9" u="none" cap="none" strike="noStrike">
                <a:solidFill>
                  <a:srgbClr val="E3E3E5"/>
                </a:solidFill>
                <a:latin typeface="Ultra"/>
                <a:ea typeface="Ultra"/>
                <a:cs typeface="Ultra"/>
                <a:sym typeface="Ultra"/>
              </a:rPr>
              <a:t>HOUSING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6546189" y="3641178"/>
            <a:ext cx="5229577" cy="1127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93" u="none" cap="none" strike="noStrike">
                <a:solidFill>
                  <a:srgbClr val="256B4E"/>
                </a:solidFill>
                <a:latin typeface="Ultra"/>
                <a:ea typeface="Ultra"/>
                <a:cs typeface="Ultra"/>
                <a:sym typeface="Ultra"/>
              </a:rPr>
              <a:t>TEMPORARY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733388" y="480750"/>
            <a:ext cx="4821224" cy="67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85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TARGET MARKET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14281105" y="1195020"/>
            <a:ext cx="3307403" cy="1313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Interlocking design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801364" y="1195020"/>
            <a:ext cx="3307403" cy="1313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No cement requirement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6546189" y="6952750"/>
            <a:ext cx="5195622" cy="2980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GLOBAL ANNUAL MARKET: $47 Billion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03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3" u="none" cap="none" strike="noStrike">
                <a:solidFill>
                  <a:srgbClr val="EDEDED"/>
                </a:solidFill>
                <a:latin typeface="Arial"/>
                <a:ea typeface="Arial"/>
                <a:cs typeface="Arial"/>
                <a:sym typeface="Arial"/>
              </a:rPr>
              <a:t>EXPECTED:  $65 Billion by 2030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318" name="Google Shape;318;p24"/>
          <p:cNvSpPr/>
          <p:nvPr/>
        </p:nvSpPr>
        <p:spPr>
          <a:xfrm rot="955569">
            <a:off x="16687745" y="328222"/>
            <a:ext cx="10066592" cy="12505083"/>
          </a:xfrm>
          <a:custGeom>
            <a:rect b="b" l="l" r="r" t="t"/>
            <a:pathLst>
              <a:path extrusionOk="0" h="12505083" w="10066592">
                <a:moveTo>
                  <a:pt x="0" y="0"/>
                </a:moveTo>
                <a:lnTo>
                  <a:pt x="10066592" y="0"/>
                </a:lnTo>
                <a:lnTo>
                  <a:pt x="10066592" y="12505084"/>
                </a:lnTo>
                <a:lnTo>
                  <a:pt x="0" y="12505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24"/>
          <p:cNvSpPr/>
          <p:nvPr/>
        </p:nvSpPr>
        <p:spPr>
          <a:xfrm>
            <a:off x="-2681173" y="-2715108"/>
            <a:ext cx="7169781" cy="7169781"/>
          </a:xfrm>
          <a:custGeom>
            <a:rect b="b" l="l" r="r" t="t"/>
            <a:pathLst>
              <a:path extrusionOk="0" h="7169781" w="7169781">
                <a:moveTo>
                  <a:pt x="0" y="0"/>
                </a:moveTo>
                <a:lnTo>
                  <a:pt x="7169782" y="0"/>
                </a:lnTo>
                <a:lnTo>
                  <a:pt x="7169782" y="7169781"/>
                </a:lnTo>
                <a:lnTo>
                  <a:pt x="0" y="7169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24"/>
          <p:cNvSpPr/>
          <p:nvPr/>
        </p:nvSpPr>
        <p:spPr>
          <a:xfrm>
            <a:off x="15700560" y="1347934"/>
            <a:ext cx="1943550" cy="1943550"/>
          </a:xfrm>
          <a:custGeom>
            <a:rect b="b" l="l" r="r" t="t"/>
            <a:pathLst>
              <a:path extrusionOk="0" h="1943550" w="1943550">
                <a:moveTo>
                  <a:pt x="0" y="0"/>
                </a:moveTo>
                <a:lnTo>
                  <a:pt x="1943551" y="0"/>
                </a:lnTo>
                <a:lnTo>
                  <a:pt x="1943551" y="1943550"/>
                </a:lnTo>
                <a:lnTo>
                  <a:pt x="0" y="1943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24"/>
          <p:cNvSpPr/>
          <p:nvPr/>
        </p:nvSpPr>
        <p:spPr>
          <a:xfrm>
            <a:off x="14402375" y="1614538"/>
            <a:ext cx="1298186" cy="1298186"/>
          </a:xfrm>
          <a:custGeom>
            <a:rect b="b" l="l" r="r" t="t"/>
            <a:pathLst>
              <a:path extrusionOk="0" h="1298186" w="1298186">
                <a:moveTo>
                  <a:pt x="0" y="0"/>
                </a:moveTo>
                <a:lnTo>
                  <a:pt x="1298185" y="0"/>
                </a:lnTo>
                <a:lnTo>
                  <a:pt x="1298185" y="1298186"/>
                </a:lnTo>
                <a:lnTo>
                  <a:pt x="0" y="1298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24"/>
          <p:cNvSpPr/>
          <p:nvPr/>
        </p:nvSpPr>
        <p:spPr>
          <a:xfrm>
            <a:off x="15051468" y="316352"/>
            <a:ext cx="1298186" cy="1298186"/>
          </a:xfrm>
          <a:custGeom>
            <a:rect b="b" l="l" r="r" t="t"/>
            <a:pathLst>
              <a:path extrusionOk="0" h="1298186" w="1298186">
                <a:moveTo>
                  <a:pt x="0" y="0"/>
                </a:moveTo>
                <a:lnTo>
                  <a:pt x="1298185" y="0"/>
                </a:lnTo>
                <a:lnTo>
                  <a:pt x="1298185" y="1298186"/>
                </a:lnTo>
                <a:lnTo>
                  <a:pt x="0" y="1298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24"/>
          <p:cNvSpPr/>
          <p:nvPr/>
        </p:nvSpPr>
        <p:spPr>
          <a:xfrm>
            <a:off x="9975993" y="7261718"/>
            <a:ext cx="4635970" cy="1848593"/>
          </a:xfrm>
          <a:custGeom>
            <a:rect b="b" l="l" r="r" t="t"/>
            <a:pathLst>
              <a:path extrusionOk="0" h="1848593" w="4635970">
                <a:moveTo>
                  <a:pt x="0" y="0"/>
                </a:moveTo>
                <a:lnTo>
                  <a:pt x="4635970" y="0"/>
                </a:lnTo>
                <a:lnTo>
                  <a:pt x="4635970" y="1848594"/>
                </a:lnTo>
                <a:lnTo>
                  <a:pt x="0" y="1848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24"/>
          <p:cNvSpPr/>
          <p:nvPr/>
        </p:nvSpPr>
        <p:spPr>
          <a:xfrm>
            <a:off x="14850931" y="6432295"/>
            <a:ext cx="3611263" cy="3507439"/>
          </a:xfrm>
          <a:custGeom>
            <a:rect b="b" l="l" r="r" t="t"/>
            <a:pathLst>
              <a:path extrusionOk="0" h="3507439" w="3611263">
                <a:moveTo>
                  <a:pt x="0" y="0"/>
                </a:moveTo>
                <a:lnTo>
                  <a:pt x="3611263" y="0"/>
                </a:lnTo>
                <a:lnTo>
                  <a:pt x="3611263" y="3507440"/>
                </a:lnTo>
                <a:lnTo>
                  <a:pt x="0" y="3507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24"/>
          <p:cNvSpPr/>
          <p:nvPr/>
        </p:nvSpPr>
        <p:spPr>
          <a:xfrm>
            <a:off x="9437579" y="3291484"/>
            <a:ext cx="299446" cy="6862303"/>
          </a:xfrm>
          <a:custGeom>
            <a:rect b="b" l="l" r="r" t="t"/>
            <a:pathLst>
              <a:path extrusionOk="0" h="6862303" w="299446">
                <a:moveTo>
                  <a:pt x="0" y="0"/>
                </a:moveTo>
                <a:lnTo>
                  <a:pt x="299446" y="0"/>
                </a:lnTo>
                <a:lnTo>
                  <a:pt x="299446" y="6862304"/>
                </a:lnTo>
                <a:lnTo>
                  <a:pt x="0" y="6862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4"/>
          <p:cNvSpPr/>
          <p:nvPr/>
        </p:nvSpPr>
        <p:spPr>
          <a:xfrm>
            <a:off x="2558951" y="6114312"/>
            <a:ext cx="5453139" cy="3462743"/>
          </a:xfrm>
          <a:custGeom>
            <a:rect b="b" l="l" r="r" t="t"/>
            <a:pathLst>
              <a:path extrusionOk="0" h="3462743" w="5453139">
                <a:moveTo>
                  <a:pt x="0" y="0"/>
                </a:moveTo>
                <a:lnTo>
                  <a:pt x="5453140" y="0"/>
                </a:lnTo>
                <a:lnTo>
                  <a:pt x="5453140" y="3462744"/>
                </a:lnTo>
                <a:lnTo>
                  <a:pt x="0" y="34627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24"/>
          <p:cNvSpPr txBox="1"/>
          <p:nvPr/>
        </p:nvSpPr>
        <p:spPr>
          <a:xfrm>
            <a:off x="4623119" y="755482"/>
            <a:ext cx="10227812" cy="107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30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ENERGY &amp; RESORUCES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5285521" y="2447640"/>
            <a:ext cx="8316754" cy="693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Energy-efficient systems. 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11050840" y="3937464"/>
            <a:ext cx="5724525" cy="178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Solar energy is the primary source of power. 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SOLAR PANELS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2857639" y="3704238"/>
            <a:ext cx="5724525" cy="178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Coal used to manafacture Traditional Clay and Cement Bricks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336" name="Google Shape;336;p25"/>
          <p:cNvSpPr/>
          <p:nvPr/>
        </p:nvSpPr>
        <p:spPr>
          <a:xfrm>
            <a:off x="13677157" y="3998833"/>
            <a:ext cx="4051533" cy="2947604"/>
          </a:xfrm>
          <a:custGeom>
            <a:rect b="b" l="l" r="r" t="t"/>
            <a:pathLst>
              <a:path extrusionOk="0" h="2947604" w="4051533">
                <a:moveTo>
                  <a:pt x="0" y="0"/>
                </a:moveTo>
                <a:lnTo>
                  <a:pt x="4051533" y="0"/>
                </a:lnTo>
                <a:lnTo>
                  <a:pt x="4051533" y="2947604"/>
                </a:lnTo>
                <a:lnTo>
                  <a:pt x="0" y="2947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25"/>
          <p:cNvSpPr/>
          <p:nvPr/>
        </p:nvSpPr>
        <p:spPr>
          <a:xfrm>
            <a:off x="2473184" y="3611225"/>
            <a:ext cx="2124804" cy="2053092"/>
          </a:xfrm>
          <a:custGeom>
            <a:rect b="b" l="l" r="r" t="t"/>
            <a:pathLst>
              <a:path extrusionOk="0" h="2053092" w="2124804">
                <a:moveTo>
                  <a:pt x="0" y="0"/>
                </a:moveTo>
                <a:lnTo>
                  <a:pt x="2124804" y="0"/>
                </a:lnTo>
                <a:lnTo>
                  <a:pt x="2124804" y="2053092"/>
                </a:lnTo>
                <a:lnTo>
                  <a:pt x="0" y="2053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25"/>
          <p:cNvSpPr/>
          <p:nvPr/>
        </p:nvSpPr>
        <p:spPr>
          <a:xfrm>
            <a:off x="2473184" y="522971"/>
            <a:ext cx="13114900" cy="8229600"/>
          </a:xfrm>
          <a:custGeom>
            <a:rect b="b" l="l" r="r" t="t"/>
            <a:pathLst>
              <a:path extrusionOk="0" h="8229600" w="13114900">
                <a:moveTo>
                  <a:pt x="0" y="0"/>
                </a:moveTo>
                <a:lnTo>
                  <a:pt x="13114901" y="0"/>
                </a:lnTo>
                <a:lnTo>
                  <a:pt x="131149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25"/>
          <p:cNvSpPr txBox="1"/>
          <p:nvPr/>
        </p:nvSpPr>
        <p:spPr>
          <a:xfrm rot="-162252">
            <a:off x="2491423" y="5215352"/>
            <a:ext cx="12333661" cy="1349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75" u="none" cap="none" strike="noStrike">
                <a:solidFill>
                  <a:srgbClr val="256B4E"/>
                </a:solidFill>
                <a:latin typeface="Arial"/>
                <a:ea typeface="Arial"/>
                <a:cs typeface="Arial"/>
                <a:sym typeface="Arial"/>
              </a:rPr>
              <a:t>INTO DURABLE SPACE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 rot="273696">
            <a:off x="3697266" y="3720648"/>
            <a:ext cx="9937047" cy="953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82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HELP US TRANSFORM WASTE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